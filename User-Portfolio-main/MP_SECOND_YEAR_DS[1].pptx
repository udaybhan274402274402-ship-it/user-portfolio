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7" r:id="rId14"/>
    <p:sldId id="268" r:id="rId15"/>
    <p:sldId id="275" r:id="rId16"/>
    <p:sldId id="269" r:id="rId17"/>
    <p:sldId id="270" r:id="rId18"/>
    <p:sldId id="271" r:id="rId19"/>
    <p:sldId id="272" r:id="rId20"/>
  </p:sldIdLst>
  <p:sldSz cx="7772400" cy="10699750"/>
  <p:notesSz cx="7772400" cy="10699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D85624-992B-7C68-859B-242800AF9F0D}" v="5" dt="2025-02-04T13:39:47.73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602" y="-9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singh" userId="d0797267c5af15be" providerId="LiveId" clId="{73EE0061-2483-4559-9EDB-C2E40599997D}"/>
    <pc:docChg chg="undo custSel modSld sldOrd">
      <pc:chgData name="omkar singh" userId="d0797267c5af15be" providerId="LiveId" clId="{73EE0061-2483-4559-9EDB-C2E40599997D}" dt="2025-01-18T05:10:07.848" v="1258" actId="20577"/>
      <pc:docMkLst>
        <pc:docMk/>
      </pc:docMkLst>
      <pc:sldChg chg="addSp modSp mod">
        <pc:chgData name="omkar singh" userId="d0797267c5af15be" providerId="LiveId" clId="{73EE0061-2483-4559-9EDB-C2E40599997D}" dt="2025-01-18T05:00:00.536" v="1170" actId="1076"/>
        <pc:sldMkLst>
          <pc:docMk/>
          <pc:sldMk cId="0" sldId="256"/>
        </pc:sldMkLst>
        <pc:spChg chg="mod">
          <ac:chgData name="omkar singh" userId="d0797267c5af15be" providerId="LiveId" clId="{73EE0061-2483-4559-9EDB-C2E40599997D}" dt="2025-01-18T04:59:30.575" v="1139" actId="20577"/>
          <ac:spMkLst>
            <pc:docMk/>
            <pc:sldMk cId="0" sldId="256"/>
            <ac:spMk id="5" creationId="{00000000-0000-0000-0000-000000000000}"/>
          </ac:spMkLst>
        </pc:spChg>
        <pc:spChg chg="add mod">
          <ac:chgData name="omkar singh" userId="d0797267c5af15be" providerId="LiveId" clId="{73EE0061-2483-4559-9EDB-C2E40599997D}" dt="2025-01-18T05:00:00.536" v="1170" actId="1076"/>
          <ac:spMkLst>
            <pc:docMk/>
            <pc:sldMk cId="0" sldId="256"/>
            <ac:spMk id="10" creationId="{FA1FF90E-A313-E4E1-8273-CBA3D5BA0707}"/>
          </ac:spMkLst>
        </pc:spChg>
      </pc:sldChg>
      <pc:sldChg chg="addSp modSp mod">
        <pc:chgData name="omkar singh" userId="d0797267c5af15be" providerId="LiveId" clId="{73EE0061-2483-4559-9EDB-C2E40599997D}" dt="2025-01-18T05:00:10.629" v="1171" actId="1076"/>
        <pc:sldMkLst>
          <pc:docMk/>
          <pc:sldMk cId="0" sldId="257"/>
        </pc:sldMkLst>
        <pc:spChg chg="mod">
          <ac:chgData name="omkar singh" userId="d0797267c5af15be" providerId="LiveId" clId="{73EE0061-2483-4559-9EDB-C2E40599997D}" dt="2025-01-18T04:38:46.881" v="828" actId="123"/>
          <ac:spMkLst>
            <pc:docMk/>
            <pc:sldMk cId="0" sldId="257"/>
            <ac:spMk id="5" creationId="{00000000-0000-0000-0000-000000000000}"/>
          </ac:spMkLst>
        </pc:spChg>
        <pc:spChg chg="add mod">
          <ac:chgData name="omkar singh" userId="d0797267c5af15be" providerId="LiveId" clId="{73EE0061-2483-4559-9EDB-C2E40599997D}" dt="2025-01-18T05:00:10.629" v="1171" actId="1076"/>
          <ac:spMkLst>
            <pc:docMk/>
            <pc:sldMk cId="0" sldId="257"/>
            <ac:spMk id="8" creationId="{24566858-760F-DA39-EF4F-2C5BA7463362}"/>
          </ac:spMkLst>
        </pc:spChg>
        <pc:graphicFrameChg chg="modGraphic">
          <ac:chgData name="omkar singh" userId="d0797267c5af15be" providerId="LiveId" clId="{73EE0061-2483-4559-9EDB-C2E40599997D}" dt="2025-01-18T04:54:17.099" v="1028" actId="14100"/>
          <ac:graphicFrameMkLst>
            <pc:docMk/>
            <pc:sldMk cId="0" sldId="257"/>
            <ac:graphicFrameMk id="6" creationId="{00000000-0000-0000-0000-000000000000}"/>
          </ac:graphicFrameMkLst>
        </pc:graphicFrameChg>
      </pc:sldChg>
      <pc:sldChg chg="addSp modSp mod">
        <pc:chgData name="omkar singh" userId="d0797267c5af15be" providerId="LiveId" clId="{73EE0061-2483-4559-9EDB-C2E40599997D}" dt="2025-01-18T05:00:24.461" v="1172" actId="1076"/>
        <pc:sldMkLst>
          <pc:docMk/>
          <pc:sldMk cId="0" sldId="258"/>
        </pc:sldMkLst>
        <pc:spChg chg="mod">
          <ac:chgData name="omkar singh" userId="d0797267c5af15be" providerId="LiveId" clId="{73EE0061-2483-4559-9EDB-C2E40599997D}" dt="2025-01-14T05:27:11.790" v="536" actId="20577"/>
          <ac:spMkLst>
            <pc:docMk/>
            <pc:sldMk cId="0" sldId="258"/>
            <ac:spMk id="5" creationId="{00000000-0000-0000-0000-000000000000}"/>
          </ac:spMkLst>
        </pc:spChg>
        <pc:spChg chg="add mod">
          <ac:chgData name="omkar singh" userId="d0797267c5af15be" providerId="LiveId" clId="{73EE0061-2483-4559-9EDB-C2E40599997D}" dt="2025-01-18T05:00:24.461" v="1172" actId="1076"/>
          <ac:spMkLst>
            <pc:docMk/>
            <pc:sldMk cId="0" sldId="258"/>
            <ac:spMk id="8" creationId="{E61A8F78-4C17-ED64-11A1-BAA4B8010421}"/>
          </ac:spMkLst>
        </pc:spChg>
        <pc:spChg chg="mod">
          <ac:chgData name="omkar singh" userId="d0797267c5af15be" providerId="LiveId" clId="{73EE0061-2483-4559-9EDB-C2E40599997D}" dt="2025-01-18T04:55:37.620" v="1102" actId="20577"/>
          <ac:spMkLst>
            <pc:docMk/>
            <pc:sldMk cId="0" sldId="258"/>
            <ac:spMk id="10" creationId="{00000000-0000-0000-0000-000000000000}"/>
          </ac:spMkLst>
        </pc:spChg>
      </pc:sldChg>
      <pc:sldChg chg="addSp delSp modSp mod">
        <pc:chgData name="omkar singh" userId="d0797267c5af15be" providerId="LiveId" clId="{73EE0061-2483-4559-9EDB-C2E40599997D}" dt="2025-01-18T05:00:33.398" v="1173" actId="1076"/>
        <pc:sldMkLst>
          <pc:docMk/>
          <pc:sldMk cId="0" sldId="259"/>
        </pc:sldMkLst>
        <pc:spChg chg="mod">
          <ac:chgData name="omkar singh" userId="d0797267c5af15be" providerId="LiveId" clId="{73EE0061-2483-4559-9EDB-C2E40599997D}" dt="2025-01-18T04:39:05.463" v="832" actId="123"/>
          <ac:spMkLst>
            <pc:docMk/>
            <pc:sldMk cId="0" sldId="259"/>
            <ac:spMk id="4" creationId="{9082168D-479B-BBC4-4DB0-DC55E8065E74}"/>
          </ac:spMkLst>
        </pc:spChg>
        <pc:spChg chg="add del mod">
          <ac:chgData name="omkar singh" userId="d0797267c5af15be" providerId="LiveId" clId="{73EE0061-2483-4559-9EDB-C2E40599997D}" dt="2025-01-18T04:56:05.768" v="1106" actId="22"/>
          <ac:spMkLst>
            <pc:docMk/>
            <pc:sldMk cId="0" sldId="259"/>
            <ac:spMk id="5" creationId="{54E692E5-7932-CAEA-2BBE-70DE32C61DF4}"/>
          </ac:spMkLst>
        </pc:spChg>
        <pc:spChg chg="add del mod">
          <ac:chgData name="omkar singh" userId="d0797267c5af15be" providerId="LiveId" clId="{73EE0061-2483-4559-9EDB-C2E40599997D}" dt="2025-01-18T05:00:33.398" v="1173" actId="1076"/>
          <ac:spMkLst>
            <pc:docMk/>
            <pc:sldMk cId="0" sldId="259"/>
            <ac:spMk id="7" creationId="{A2196E3C-3E22-2BFD-1CDA-6CBD96719C58}"/>
          </ac:spMkLst>
        </pc:spChg>
      </pc:sldChg>
      <pc:sldChg chg="addSp delSp modSp mod">
        <pc:chgData name="omkar singh" userId="d0797267c5af15be" providerId="LiveId" clId="{73EE0061-2483-4559-9EDB-C2E40599997D}" dt="2025-01-18T05:01:44.605" v="1210" actId="1076"/>
        <pc:sldMkLst>
          <pc:docMk/>
          <pc:sldMk cId="0" sldId="260"/>
        </pc:sldMkLst>
        <pc:spChg chg="mod">
          <ac:chgData name="omkar singh" userId="d0797267c5af15be" providerId="LiveId" clId="{73EE0061-2483-4559-9EDB-C2E40599997D}" dt="2025-01-14T12:15:36.126" v="623" actId="20577"/>
          <ac:spMkLst>
            <pc:docMk/>
            <pc:sldMk cId="0" sldId="260"/>
            <ac:spMk id="3" creationId="{00000000-0000-0000-0000-000000000000}"/>
          </ac:spMkLst>
        </pc:spChg>
        <pc:spChg chg="del mod">
          <ac:chgData name="omkar singh" userId="d0797267c5af15be" providerId="LiveId" clId="{73EE0061-2483-4559-9EDB-C2E40599997D}" dt="2025-01-18T05:01:11.599" v="1204" actId="478"/>
          <ac:spMkLst>
            <pc:docMk/>
            <pc:sldMk cId="0" sldId="260"/>
            <ac:spMk id="4" creationId="{00000000-0000-0000-0000-000000000000}"/>
          </ac:spMkLst>
        </pc:spChg>
        <pc:spChg chg="mod">
          <ac:chgData name="omkar singh" userId="d0797267c5af15be" providerId="LiveId" clId="{73EE0061-2483-4559-9EDB-C2E40599997D}" dt="2025-01-18T04:39:30.873" v="835" actId="123"/>
          <ac:spMkLst>
            <pc:docMk/>
            <pc:sldMk cId="0" sldId="260"/>
            <ac:spMk id="6" creationId="{2216AE51-0C7A-D5AF-23CE-4D3D213EEA6E}"/>
          </ac:spMkLst>
        </pc:spChg>
        <pc:spChg chg="add mod">
          <ac:chgData name="omkar singh" userId="d0797267c5af15be" providerId="LiveId" clId="{73EE0061-2483-4559-9EDB-C2E40599997D}" dt="2025-01-18T05:01:44.605" v="1210" actId="1076"/>
          <ac:spMkLst>
            <pc:docMk/>
            <pc:sldMk cId="0" sldId="260"/>
            <ac:spMk id="7" creationId="{72D58627-793E-C7B4-2C9E-7BFF6A1E7576}"/>
          </ac:spMkLst>
        </pc:spChg>
        <pc:spChg chg="add del mod">
          <ac:chgData name="omkar singh" userId="d0797267c5af15be" providerId="LiveId" clId="{73EE0061-2483-4559-9EDB-C2E40599997D}" dt="2025-01-14T04:50:17.784" v="38" actId="368"/>
          <ac:spMkLst>
            <pc:docMk/>
            <pc:sldMk cId="0" sldId="260"/>
            <ac:spMk id="8" creationId="{58D43AF8-D1A2-0CC6-9DDE-78B5FFEB3DA7}"/>
          </ac:spMkLst>
        </pc:spChg>
      </pc:sldChg>
      <pc:sldChg chg="addSp delSp modSp mod">
        <pc:chgData name="omkar singh" userId="d0797267c5af15be" providerId="LiveId" clId="{73EE0061-2483-4559-9EDB-C2E40599997D}" dt="2025-01-18T05:10:07.848" v="1258" actId="20577"/>
        <pc:sldMkLst>
          <pc:docMk/>
          <pc:sldMk cId="0" sldId="261"/>
        </pc:sldMkLst>
        <pc:spChg chg="mod">
          <ac:chgData name="omkar singh" userId="d0797267c5af15be" providerId="LiveId" clId="{73EE0061-2483-4559-9EDB-C2E40599997D}" dt="2025-01-18T05:01:51.287" v="1211" actId="1076"/>
          <ac:spMkLst>
            <pc:docMk/>
            <pc:sldMk cId="0" sldId="261"/>
            <ac:spMk id="8" creationId="{9DCD0944-2EDB-712A-B582-5AC0B1BA8D82}"/>
          </ac:spMkLst>
        </pc:spChg>
        <pc:graphicFrameChg chg="add del mod modGraphic">
          <ac:chgData name="omkar singh" userId="d0797267c5af15be" providerId="LiveId" clId="{73EE0061-2483-4559-9EDB-C2E40599997D}" dt="2025-01-18T05:10:07.848" v="1258" actId="20577"/>
          <ac:graphicFrameMkLst>
            <pc:docMk/>
            <pc:sldMk cId="0" sldId="261"/>
            <ac:graphicFrameMk id="3" creationId="{00000000-0000-0000-0000-000000000000}"/>
          </ac:graphicFrameMkLst>
        </pc:graphicFrameChg>
      </pc:sldChg>
      <pc:sldChg chg="addSp delSp modSp mod">
        <pc:chgData name="omkar singh" userId="d0797267c5af15be" providerId="LiveId" clId="{73EE0061-2483-4559-9EDB-C2E40599997D}" dt="2025-01-18T05:05:41.572" v="1221" actId="20577"/>
        <pc:sldMkLst>
          <pc:docMk/>
          <pc:sldMk cId="0" sldId="262"/>
        </pc:sldMkLst>
        <pc:spChg chg="mod">
          <ac:chgData name="omkar singh" userId="d0797267c5af15be" providerId="LiveId" clId="{73EE0061-2483-4559-9EDB-C2E40599997D}" dt="2025-01-18T04:59:12.030" v="1138" actId="14100"/>
          <ac:spMkLst>
            <pc:docMk/>
            <pc:sldMk cId="0" sldId="262"/>
            <ac:spMk id="16" creationId="{EFF61CB5-3B39-F88D-2F57-6BEF29144B47}"/>
          </ac:spMkLst>
        </pc:spChg>
        <pc:graphicFrameChg chg="modGraphic">
          <ac:chgData name="omkar singh" userId="d0797267c5af15be" providerId="LiveId" clId="{73EE0061-2483-4559-9EDB-C2E40599997D}" dt="2025-01-18T05:04:37.219" v="1218" actId="20577"/>
          <ac:graphicFrameMkLst>
            <pc:docMk/>
            <pc:sldMk cId="0" sldId="262"/>
            <ac:graphicFrameMk id="17" creationId="{AE02C1CF-C6D4-F320-58AE-8E8E6E890452}"/>
          </ac:graphicFrameMkLst>
        </pc:graphicFrameChg>
        <pc:graphicFrameChg chg="modGraphic">
          <ac:chgData name="omkar singh" userId="d0797267c5af15be" providerId="LiveId" clId="{73EE0061-2483-4559-9EDB-C2E40599997D}" dt="2025-01-18T05:05:41.572" v="1221" actId="20577"/>
          <ac:graphicFrameMkLst>
            <pc:docMk/>
            <pc:sldMk cId="0" sldId="262"/>
            <ac:graphicFrameMk id="18" creationId="{1377627D-3E87-6AA5-D6AC-F4E00CF6EDDD}"/>
          </ac:graphicFrameMkLst>
        </pc:graphicFrameChg>
      </pc:sldChg>
      <pc:sldChg chg="modSp mod">
        <pc:chgData name="omkar singh" userId="d0797267c5af15be" providerId="LiveId" clId="{73EE0061-2483-4559-9EDB-C2E40599997D}" dt="2025-01-18T04:39:53.982" v="836" actId="123"/>
        <pc:sldMkLst>
          <pc:docMk/>
          <pc:sldMk cId="0" sldId="263"/>
        </pc:sldMkLst>
        <pc:spChg chg="mod">
          <ac:chgData name="omkar singh" userId="d0797267c5af15be" providerId="LiveId" clId="{73EE0061-2483-4559-9EDB-C2E40599997D}" dt="2025-01-18T04:39:53.982" v="836" actId="123"/>
          <ac:spMkLst>
            <pc:docMk/>
            <pc:sldMk cId="0" sldId="263"/>
            <ac:spMk id="16" creationId="{60BB21BE-85C5-73F8-51D8-50E6519D5096}"/>
          </ac:spMkLst>
        </pc:spChg>
      </pc:sldChg>
      <pc:sldChg chg="addSp modSp mod">
        <pc:chgData name="omkar singh" userId="d0797267c5af15be" providerId="LiveId" clId="{73EE0061-2483-4559-9EDB-C2E40599997D}" dt="2025-01-18T04:41:27.593" v="850" actId="120"/>
        <pc:sldMkLst>
          <pc:docMk/>
          <pc:sldMk cId="0" sldId="264"/>
        </pc:sldMkLst>
        <pc:spChg chg="mod">
          <ac:chgData name="omkar singh" userId="d0797267c5af15be" providerId="LiveId" clId="{73EE0061-2483-4559-9EDB-C2E40599997D}" dt="2025-01-14T07:58:16.537" v="542" actId="1076"/>
          <ac:spMkLst>
            <pc:docMk/>
            <pc:sldMk cId="0" sldId="264"/>
            <ac:spMk id="5" creationId="{00000000-0000-0000-0000-000000000000}"/>
          </ac:spMkLst>
        </pc:spChg>
        <pc:spChg chg="mod">
          <ac:chgData name="omkar singh" userId="d0797267c5af15be" providerId="LiveId" clId="{73EE0061-2483-4559-9EDB-C2E40599997D}" dt="2025-01-18T04:41:27.593" v="850" actId="120"/>
          <ac:spMkLst>
            <pc:docMk/>
            <pc:sldMk cId="0" sldId="264"/>
            <ac:spMk id="12" creationId="{76B0FAE6-081F-E629-FD02-4D9ADD05DAA2}"/>
          </ac:spMkLst>
        </pc:spChg>
      </pc:sldChg>
      <pc:sldChg chg="modSp">
        <pc:chgData name="omkar singh" userId="d0797267c5af15be" providerId="LiveId" clId="{73EE0061-2483-4559-9EDB-C2E40599997D}" dt="2025-01-14T07:59:22.726" v="563" actId="20578"/>
        <pc:sldMkLst>
          <pc:docMk/>
          <pc:sldMk cId="0" sldId="265"/>
        </pc:sldMkLst>
        <pc:spChg chg="mod">
          <ac:chgData name="omkar singh" userId="d0797267c5af15be" providerId="LiveId" clId="{73EE0061-2483-4559-9EDB-C2E40599997D}" dt="2025-01-14T07:59:22.726" v="563" actId="20578"/>
          <ac:spMkLst>
            <pc:docMk/>
            <pc:sldMk cId="0" sldId="265"/>
            <ac:spMk id="5" creationId="{00000000-0000-0000-0000-000000000000}"/>
          </ac:spMkLst>
        </pc:spChg>
      </pc:sldChg>
      <pc:sldChg chg="addSp modSp mod">
        <pc:chgData name="omkar singh" userId="d0797267c5af15be" providerId="LiveId" clId="{73EE0061-2483-4559-9EDB-C2E40599997D}" dt="2025-01-15T07:03:03.056" v="641" actId="1076"/>
        <pc:sldMkLst>
          <pc:docMk/>
          <pc:sldMk cId="0" sldId="266"/>
        </pc:sldMkLst>
        <pc:spChg chg="mod">
          <ac:chgData name="omkar singh" userId="d0797267c5af15be" providerId="LiveId" clId="{73EE0061-2483-4559-9EDB-C2E40599997D}" dt="2025-01-15T06:58:25.587" v="627" actId="20577"/>
          <ac:spMkLst>
            <pc:docMk/>
            <pc:sldMk cId="0" sldId="266"/>
            <ac:spMk id="11" creationId="{37797D61-D6A9-5EA9-D58E-27C923808EC6}"/>
          </ac:spMkLst>
        </pc:spChg>
        <pc:picChg chg="add mod">
          <ac:chgData name="omkar singh" userId="d0797267c5af15be" providerId="LiveId" clId="{73EE0061-2483-4559-9EDB-C2E40599997D}" dt="2025-01-15T06:59:17.250" v="637" actId="14100"/>
          <ac:picMkLst>
            <pc:docMk/>
            <pc:sldMk cId="0" sldId="266"/>
            <ac:picMk id="9" creationId="{34DF494C-B944-F085-D429-33E8D615C8DD}"/>
          </ac:picMkLst>
        </pc:picChg>
        <pc:picChg chg="add mod">
          <ac:chgData name="omkar singh" userId="d0797267c5af15be" providerId="LiveId" clId="{73EE0061-2483-4559-9EDB-C2E40599997D}" dt="2025-01-15T07:03:03.056" v="641" actId="1076"/>
          <ac:picMkLst>
            <pc:docMk/>
            <pc:sldMk cId="0" sldId="266"/>
            <ac:picMk id="13" creationId="{AC123EE1-D2FC-C6C3-C0A3-E9EF304A2E05}"/>
          </ac:picMkLst>
        </pc:picChg>
      </pc:sldChg>
      <pc:sldChg chg="addSp delSp modSp mod">
        <pc:chgData name="omkar singh" userId="d0797267c5af15be" providerId="LiveId" clId="{73EE0061-2483-4559-9EDB-C2E40599997D}" dt="2025-01-15T07:52:58.130" v="656" actId="478"/>
        <pc:sldMkLst>
          <pc:docMk/>
          <pc:sldMk cId="0" sldId="267"/>
        </pc:sldMkLst>
      </pc:sldChg>
      <pc:sldChg chg="addSp delSp modSp mod">
        <pc:chgData name="omkar singh" userId="d0797267c5af15be" providerId="LiveId" clId="{73EE0061-2483-4559-9EDB-C2E40599997D}" dt="2025-01-15T08:00:22.269" v="669" actId="962"/>
        <pc:sldMkLst>
          <pc:docMk/>
          <pc:sldMk cId="0" sldId="268"/>
        </pc:sldMkLst>
        <pc:picChg chg="add mod">
          <ac:chgData name="omkar singh" userId="d0797267c5af15be" providerId="LiveId" clId="{73EE0061-2483-4559-9EDB-C2E40599997D}" dt="2025-01-15T07:59:55.828" v="662" actId="14100"/>
          <ac:picMkLst>
            <pc:docMk/>
            <pc:sldMk cId="0" sldId="268"/>
            <ac:picMk id="15" creationId="{6A1243AA-60F0-F8DE-CA9A-E8E6581A16C9}"/>
          </ac:picMkLst>
        </pc:picChg>
        <pc:picChg chg="add mod">
          <ac:chgData name="omkar singh" userId="d0797267c5af15be" providerId="LiveId" clId="{73EE0061-2483-4559-9EDB-C2E40599997D}" dt="2025-01-15T08:00:22.269" v="669" actId="962"/>
          <ac:picMkLst>
            <pc:docMk/>
            <pc:sldMk cId="0" sldId="268"/>
            <ac:picMk id="17" creationId="{2E0D7152-3DF2-F94F-5755-60425CC587BB}"/>
          </ac:picMkLst>
        </pc:picChg>
      </pc:sldChg>
      <pc:sldChg chg="modSp mod">
        <pc:chgData name="omkar singh" userId="d0797267c5af15be" providerId="LiveId" clId="{73EE0061-2483-4559-9EDB-C2E40599997D}" dt="2025-01-18T04:42:08.781" v="851" actId="123"/>
        <pc:sldMkLst>
          <pc:docMk/>
          <pc:sldMk cId="0" sldId="269"/>
        </pc:sldMkLst>
        <pc:spChg chg="mod">
          <ac:chgData name="omkar singh" userId="d0797267c5af15be" providerId="LiveId" clId="{73EE0061-2483-4559-9EDB-C2E40599997D}" dt="2025-01-18T04:42:08.781" v="851" actId="123"/>
          <ac:spMkLst>
            <pc:docMk/>
            <pc:sldMk cId="0" sldId="269"/>
            <ac:spMk id="2" creationId="{9B5FC16F-28AC-AC1E-7F20-9DD8303F72A8}"/>
          </ac:spMkLst>
        </pc:spChg>
      </pc:sldChg>
      <pc:sldChg chg="modSp mod">
        <pc:chgData name="omkar singh" userId="d0797267c5af15be" providerId="LiveId" clId="{73EE0061-2483-4559-9EDB-C2E40599997D}" dt="2025-01-18T04:51:52.673" v="1020" actId="20577"/>
        <pc:sldMkLst>
          <pc:docMk/>
          <pc:sldMk cId="0" sldId="271"/>
        </pc:sldMkLst>
        <pc:spChg chg="mod">
          <ac:chgData name="omkar singh" userId="d0797267c5af15be" providerId="LiveId" clId="{73EE0061-2483-4559-9EDB-C2E40599997D}" dt="2025-01-18T04:51:52.673" v="1020" actId="20577"/>
          <ac:spMkLst>
            <pc:docMk/>
            <pc:sldMk cId="0" sldId="271"/>
            <ac:spMk id="2" creationId="{80893790-C625-BE72-9840-FC7493C1EA8B}"/>
          </ac:spMkLst>
        </pc:spChg>
      </pc:sldChg>
      <pc:sldChg chg="addSp delSp modSp mod ord">
        <pc:chgData name="omkar singh" userId="d0797267c5af15be" providerId="LiveId" clId="{73EE0061-2483-4559-9EDB-C2E40599997D}" dt="2025-01-18T04:50:21.204" v="921" actId="20577"/>
        <pc:sldMkLst>
          <pc:docMk/>
          <pc:sldMk cId="0" sldId="272"/>
        </pc:sldMkLst>
        <pc:spChg chg="add mod">
          <ac:chgData name="omkar singh" userId="d0797267c5af15be" providerId="LiveId" clId="{73EE0061-2483-4559-9EDB-C2E40599997D}" dt="2025-01-15T08:09:31.883" v="673" actId="255"/>
          <ac:spMkLst>
            <pc:docMk/>
            <pc:sldMk cId="0" sldId="272"/>
            <ac:spMk id="9" creationId="{22BA7EE2-F62C-082F-0CFF-B8FBAC8F01A2}"/>
          </ac:spMkLst>
        </pc:spChg>
        <pc:spChg chg="add mod">
          <ac:chgData name="omkar singh" userId="d0797267c5af15be" providerId="LiveId" clId="{73EE0061-2483-4559-9EDB-C2E40599997D}" dt="2025-01-18T04:49:27.560" v="918" actId="1076"/>
          <ac:spMkLst>
            <pc:docMk/>
            <pc:sldMk cId="0" sldId="272"/>
            <ac:spMk id="11" creationId="{4AC52611-FD8B-3F91-2353-628C6CAF04A3}"/>
          </ac:spMkLst>
        </pc:spChg>
        <pc:spChg chg="add mod">
          <ac:chgData name="omkar singh" userId="d0797267c5af15be" providerId="LiveId" clId="{73EE0061-2483-4559-9EDB-C2E40599997D}" dt="2025-01-15T08:11:42.122" v="691" actId="20577"/>
          <ac:spMkLst>
            <pc:docMk/>
            <pc:sldMk cId="0" sldId="272"/>
            <ac:spMk id="12" creationId="{9F703799-E074-EE0F-D06D-C1CACDEFD5DD}"/>
          </ac:spMkLst>
        </pc:spChg>
        <pc:spChg chg="add mod">
          <ac:chgData name="omkar singh" userId="d0797267c5af15be" providerId="LiveId" clId="{73EE0061-2483-4559-9EDB-C2E40599997D}" dt="2025-01-15T08:14:02.765" v="696" actId="20577"/>
          <ac:spMkLst>
            <pc:docMk/>
            <pc:sldMk cId="0" sldId="272"/>
            <ac:spMk id="14" creationId="{0A525E3F-438D-4CDD-FF2F-1152B8459E18}"/>
          </ac:spMkLst>
        </pc:spChg>
        <pc:spChg chg="add del mod">
          <ac:chgData name="omkar singh" userId="d0797267c5af15be" providerId="LiveId" clId="{73EE0061-2483-4559-9EDB-C2E40599997D}" dt="2025-01-18T04:50:21.204" v="921" actId="20577"/>
          <ac:spMkLst>
            <pc:docMk/>
            <pc:sldMk cId="0" sldId="272"/>
            <ac:spMk id="16" creationId="{04937757-6C05-A2B8-A048-62F280053D35}"/>
          </ac:spMkLst>
        </pc:spChg>
        <pc:spChg chg="add mod">
          <ac:chgData name="omkar singh" userId="d0797267c5af15be" providerId="LiveId" clId="{73EE0061-2483-4559-9EDB-C2E40599997D}" dt="2025-01-18T04:46:26.859" v="891" actId="20577"/>
          <ac:spMkLst>
            <pc:docMk/>
            <pc:sldMk cId="0" sldId="272"/>
            <ac:spMk id="18" creationId="{1C56A3AB-A808-4251-606E-991646FBD12F}"/>
          </ac:spMkLst>
        </pc:spChg>
      </pc:sldChg>
      <pc:sldChg chg="addSp modSp mod">
        <pc:chgData name="omkar singh" userId="d0797267c5af15be" providerId="LiveId" clId="{73EE0061-2483-4559-9EDB-C2E40599997D}" dt="2025-01-15T08:41:37.598" v="794" actId="14100"/>
        <pc:sldMkLst>
          <pc:docMk/>
          <pc:sldMk cId="2795247153" sldId="275"/>
        </pc:sldMkLst>
        <pc:picChg chg="add mod">
          <ac:chgData name="omkar singh" userId="d0797267c5af15be" providerId="LiveId" clId="{73EE0061-2483-4559-9EDB-C2E40599997D}" dt="2025-01-15T08:41:37.598" v="794" actId="14100"/>
          <ac:picMkLst>
            <pc:docMk/>
            <pc:sldMk cId="2795247153" sldId="275"/>
            <ac:picMk id="5" creationId="{D46C4862-10B9-6973-5113-D69060976A4D}"/>
          </ac:picMkLst>
        </pc:picChg>
        <pc:picChg chg="add mod">
          <ac:chgData name="omkar singh" userId="d0797267c5af15be" providerId="LiveId" clId="{73EE0061-2483-4559-9EDB-C2E40599997D}" dt="2025-01-15T08:41:20.111" v="790" actId="1076"/>
          <ac:picMkLst>
            <pc:docMk/>
            <pc:sldMk cId="2795247153" sldId="275"/>
            <ac:picMk id="13" creationId="{06FEEB41-6690-1131-0950-9C6167EC305F}"/>
          </ac:picMkLst>
        </pc:picChg>
      </pc:sldChg>
    </pc:docChg>
  </pc:docChgLst>
  <pc:docChgLst>
    <pc:chgData name="omkar singh" userId="d0797267c5af15be" providerId="Windows Live" clId="Web-{C5D85624-992B-7C68-859B-242800AF9F0D}"/>
    <pc:docChg chg="modSld">
      <pc:chgData name="omkar singh" userId="d0797267c5af15be" providerId="Windows Live" clId="Web-{C5D85624-992B-7C68-859B-242800AF9F0D}" dt="2025-02-04T13:39:35.096" v="2" actId="20577"/>
      <pc:docMkLst>
        <pc:docMk/>
      </pc:docMkLst>
      <pc:sldChg chg="modSp">
        <pc:chgData name="omkar singh" userId="d0797267c5af15be" providerId="Windows Live" clId="Web-{C5D85624-992B-7C68-859B-242800AF9F0D}" dt="2025-02-04T13:39:35.096" v="2" actId="20577"/>
        <pc:sldMkLst>
          <pc:docMk/>
          <pc:sldMk cId="0" sldId="259"/>
        </pc:sldMkLst>
        <pc:spChg chg="mod">
          <ac:chgData name="omkar singh" userId="d0797267c5af15be" providerId="Windows Live" clId="Web-{C5D85624-992B-7C68-859B-242800AF9F0D}" dt="2025-02-04T13:39:35.096" v="2" actId="20577"/>
          <ac:spMkLst>
            <pc:docMk/>
            <pc:sldMk cId="0" sldId="259"/>
            <ac:spMk id="4" creationId="{9082168D-479B-BBC4-4DB0-DC55E8065E74}"/>
          </ac:spMkLst>
        </pc:spChg>
      </pc:sldChg>
    </pc:docChg>
  </pc:docChgLst>
  <pc:docChgLst>
    <pc:chgData name="Guest User" providerId="Windows Live" clId="Web-{D2121045-C487-DCF1-87AA-6EBDB715DA64}"/>
    <pc:docChg chg="addSld delSld modSld">
      <pc:chgData name="Guest User" userId="" providerId="Windows Live" clId="Web-{D2121045-C487-DCF1-87AA-6EBDB715DA64}" dt="2025-01-15T08:00:40.159" v="1550"/>
      <pc:docMkLst>
        <pc:docMk/>
      </pc:docMkLst>
      <pc:sldChg chg="addSp modSp">
        <pc:chgData name="Guest User" userId="" providerId="Windows Live" clId="Web-{D2121045-C487-DCF1-87AA-6EBDB715DA64}" dt="2025-01-15T04:49:30.356" v="643"/>
        <pc:sldMkLst>
          <pc:docMk/>
          <pc:sldMk cId="0" sldId="256"/>
        </pc:sldMkLst>
        <pc:spChg chg="mod">
          <ac:chgData name="Guest User" userId="" providerId="Windows Live" clId="Web-{D2121045-C487-DCF1-87AA-6EBDB715DA64}" dt="2025-01-15T03:46:05.245" v="374" actId="20577"/>
          <ac:spMkLst>
            <pc:docMk/>
            <pc:sldMk cId="0" sldId="256"/>
            <ac:spMk id="3" creationId="{00000000-0000-0000-0000-000000000000}"/>
          </ac:spMkLst>
        </pc:spChg>
        <pc:spChg chg="mod">
          <ac:chgData name="Guest User" userId="" providerId="Windows Live" clId="Web-{D2121045-C487-DCF1-87AA-6EBDB715DA64}" dt="2025-01-15T03:49:43.909" v="380" actId="14100"/>
          <ac:spMkLst>
            <pc:docMk/>
            <pc:sldMk cId="0" sldId="256"/>
            <ac:spMk id="5" creationId="{00000000-0000-0000-0000-000000000000}"/>
          </ac:spMkLst>
        </pc:spChg>
        <pc:spChg chg="add mod">
          <ac:chgData name="Guest User" userId="" providerId="Windows Live" clId="Web-{D2121045-C487-DCF1-87AA-6EBDB715DA64}" dt="2025-01-15T04:08:59.874" v="400" actId="20577"/>
          <ac:spMkLst>
            <pc:docMk/>
            <pc:sldMk cId="0" sldId="256"/>
            <ac:spMk id="8" creationId="{440E3ADA-B0E7-B0F7-AF4B-0E80FE8C0B43}"/>
          </ac:spMkLst>
        </pc:spChg>
        <pc:graphicFrameChg chg="mod modGraphic">
          <ac:chgData name="Guest User" userId="" providerId="Windows Live" clId="Web-{D2121045-C487-DCF1-87AA-6EBDB715DA64}" dt="2025-01-15T04:49:30.356" v="643"/>
          <ac:graphicFrameMkLst>
            <pc:docMk/>
            <pc:sldMk cId="0" sldId="256"/>
            <ac:graphicFrameMk id="4" creationId="{00000000-0000-0000-0000-000000000000}"/>
          </ac:graphicFrameMkLst>
        </pc:graphicFrameChg>
        <pc:picChg chg="mod">
          <ac:chgData name="Guest User" userId="" providerId="Windows Live" clId="Web-{D2121045-C487-DCF1-87AA-6EBDB715DA64}" dt="2025-01-15T03:49:48.784" v="381" actId="1076"/>
          <ac:picMkLst>
            <pc:docMk/>
            <pc:sldMk cId="0" sldId="256"/>
            <ac:picMk id="7" creationId="{00000000-0000-0000-0000-000000000000}"/>
          </ac:picMkLst>
        </pc:picChg>
      </pc:sldChg>
      <pc:sldChg chg="modSp">
        <pc:chgData name="Guest User" userId="" providerId="Windows Live" clId="Web-{D2121045-C487-DCF1-87AA-6EBDB715DA64}" dt="2025-01-15T04:50:40.343" v="645" actId="20577"/>
        <pc:sldMkLst>
          <pc:docMk/>
          <pc:sldMk cId="0" sldId="257"/>
        </pc:sldMkLst>
        <pc:spChg chg="mod">
          <ac:chgData name="Guest User" userId="" providerId="Windows Live" clId="Web-{D2121045-C487-DCF1-87AA-6EBDB715DA64}" dt="2025-01-15T04:50:40.343" v="645" actId="20577"/>
          <ac:spMkLst>
            <pc:docMk/>
            <pc:sldMk cId="0" sldId="257"/>
            <ac:spMk id="5" creationId="{00000000-0000-0000-0000-000000000000}"/>
          </ac:spMkLst>
        </pc:spChg>
        <pc:graphicFrameChg chg="mod modGraphic">
          <ac:chgData name="Guest User" userId="" providerId="Windows Live" clId="Web-{D2121045-C487-DCF1-87AA-6EBDB715DA64}" dt="2025-01-15T04:12:03.662" v="456" actId="1076"/>
          <ac:graphicFrameMkLst>
            <pc:docMk/>
            <pc:sldMk cId="0" sldId="257"/>
            <ac:graphicFrameMk id="6" creationId="{00000000-0000-0000-0000-000000000000}"/>
          </ac:graphicFrameMkLst>
        </pc:graphicFrameChg>
      </pc:sldChg>
      <pc:sldChg chg="addSp delSp modSp">
        <pc:chgData name="Guest User" userId="" providerId="Windows Live" clId="Web-{D2121045-C487-DCF1-87AA-6EBDB715DA64}" dt="2025-01-15T04:51:14.454" v="647" actId="20577"/>
        <pc:sldMkLst>
          <pc:docMk/>
          <pc:sldMk cId="0" sldId="258"/>
        </pc:sldMkLst>
        <pc:spChg chg="mod">
          <ac:chgData name="Guest User" userId="" providerId="Windows Live" clId="Web-{D2121045-C487-DCF1-87AA-6EBDB715DA64}" dt="2025-01-15T04:51:14.454" v="647" actId="20577"/>
          <ac:spMkLst>
            <pc:docMk/>
            <pc:sldMk cId="0" sldId="258"/>
            <ac:spMk id="5" creationId="{00000000-0000-0000-0000-000000000000}"/>
          </ac:spMkLst>
        </pc:spChg>
        <pc:spChg chg="mod">
          <ac:chgData name="Guest User" userId="" providerId="Windows Live" clId="Web-{D2121045-C487-DCF1-87AA-6EBDB715DA64}" dt="2025-01-15T04:38:42.582" v="624" actId="20577"/>
          <ac:spMkLst>
            <pc:docMk/>
            <pc:sldMk cId="0" sldId="258"/>
            <ac:spMk id="6" creationId="{00000000-0000-0000-0000-000000000000}"/>
          </ac:spMkLst>
        </pc:spChg>
        <pc:grpChg chg="mod">
          <ac:chgData name="Guest User" userId="" providerId="Windows Live" clId="Web-{D2121045-C487-DCF1-87AA-6EBDB715DA64}" dt="2025-01-15T04:37:12.485" v="595" actId="1076"/>
          <ac:grpSpMkLst>
            <pc:docMk/>
            <pc:sldMk cId="0" sldId="258"/>
            <ac:grpSpMk id="2" creationId="{00000000-0000-0000-0000-000000000000}"/>
          </ac:grpSpMkLst>
        </pc:grpChg>
      </pc:sldChg>
      <pc:sldChg chg="addSp delSp modSp">
        <pc:chgData name="Guest User" userId="" providerId="Windows Live" clId="Web-{D2121045-C487-DCF1-87AA-6EBDB715DA64}" dt="2025-01-15T05:13:48.488" v="757" actId="20577"/>
        <pc:sldMkLst>
          <pc:docMk/>
          <pc:sldMk cId="0" sldId="259"/>
        </pc:sldMkLst>
        <pc:spChg chg="mod">
          <ac:chgData name="Guest User" userId="" providerId="Windows Live" clId="Web-{D2121045-C487-DCF1-87AA-6EBDB715DA64}" dt="2025-01-15T04:58:21.704" v="674" actId="1076"/>
          <ac:spMkLst>
            <pc:docMk/>
            <pc:sldMk cId="0" sldId="259"/>
            <ac:spMk id="2" creationId="{00000000-0000-0000-0000-000000000000}"/>
          </ac:spMkLst>
        </pc:spChg>
        <pc:spChg chg="add mod">
          <ac:chgData name="Guest User" userId="" providerId="Windows Live" clId="Web-{D2121045-C487-DCF1-87AA-6EBDB715DA64}" dt="2025-01-15T04:57:55.125" v="673" actId="20577"/>
          <ac:spMkLst>
            <pc:docMk/>
            <pc:sldMk cId="0" sldId="259"/>
            <ac:spMk id="4" creationId="{9082168D-479B-BBC4-4DB0-DC55E8065E74}"/>
          </ac:spMkLst>
        </pc:spChg>
        <pc:spChg chg="add mod">
          <ac:chgData name="Guest User" userId="" providerId="Windows Live" clId="Web-{D2121045-C487-DCF1-87AA-6EBDB715DA64}" dt="2025-01-15T05:13:48.488" v="757" actId="20577"/>
          <ac:spMkLst>
            <pc:docMk/>
            <pc:sldMk cId="0" sldId="259"/>
            <ac:spMk id="7" creationId="{A2196E3C-3E22-2BFD-1CDA-6CBD96719C58}"/>
          </ac:spMkLst>
        </pc:spChg>
      </pc:sldChg>
      <pc:sldChg chg="addSp delSp modSp">
        <pc:chgData name="Guest User" userId="" providerId="Windows Live" clId="Web-{D2121045-C487-DCF1-87AA-6EBDB715DA64}" dt="2025-01-15T06:23:09.503" v="1315" actId="1076"/>
        <pc:sldMkLst>
          <pc:docMk/>
          <pc:sldMk cId="0" sldId="260"/>
        </pc:sldMkLst>
        <pc:spChg chg="mod">
          <ac:chgData name="Guest User" userId="" providerId="Windows Live" clId="Web-{D2121045-C487-DCF1-87AA-6EBDB715DA64}" dt="2025-01-15T06:23:09.503" v="1315" actId="1076"/>
          <ac:spMkLst>
            <pc:docMk/>
            <pc:sldMk cId="0" sldId="260"/>
            <ac:spMk id="2" creationId="{00000000-0000-0000-0000-000000000000}"/>
          </ac:spMkLst>
        </pc:spChg>
        <pc:spChg chg="mod">
          <ac:chgData name="Guest User" userId="" providerId="Windows Live" clId="Web-{D2121045-C487-DCF1-87AA-6EBDB715DA64}" dt="2025-01-15T04:40:33.742" v="630" actId="14100"/>
          <ac:spMkLst>
            <pc:docMk/>
            <pc:sldMk cId="0" sldId="260"/>
            <ac:spMk id="3" creationId="{00000000-0000-0000-0000-000000000000}"/>
          </ac:spMkLst>
        </pc:spChg>
        <pc:spChg chg="mod">
          <ac:chgData name="Guest User" userId="" providerId="Windows Live" clId="Web-{D2121045-C487-DCF1-87AA-6EBDB715DA64}" dt="2025-01-15T06:23:00.549" v="1314" actId="1076"/>
          <ac:spMkLst>
            <pc:docMk/>
            <pc:sldMk cId="0" sldId="260"/>
            <ac:spMk id="6" creationId="{2216AE51-0C7A-D5AF-23CE-4D3D213EEA6E}"/>
          </ac:spMkLst>
        </pc:spChg>
      </pc:sldChg>
      <pc:sldChg chg="addSp delSp modSp">
        <pc:chgData name="Guest User" userId="" providerId="Windows Live" clId="Web-{D2121045-C487-DCF1-87AA-6EBDB715DA64}" dt="2025-01-15T05:14:51.866" v="765" actId="20577"/>
        <pc:sldMkLst>
          <pc:docMk/>
          <pc:sldMk cId="0" sldId="261"/>
        </pc:sldMkLst>
        <pc:spChg chg="add mod">
          <ac:chgData name="Guest User" userId="" providerId="Windows Live" clId="Web-{D2121045-C487-DCF1-87AA-6EBDB715DA64}" dt="2025-01-15T05:14:51.866" v="765" actId="20577"/>
          <ac:spMkLst>
            <pc:docMk/>
            <pc:sldMk cId="0" sldId="261"/>
            <ac:spMk id="8" creationId="{9DCD0944-2EDB-712A-B582-5AC0B1BA8D82}"/>
          </ac:spMkLst>
        </pc:spChg>
      </pc:sldChg>
      <pc:sldChg chg="addSp delSp modSp">
        <pc:chgData name="Guest User" userId="" providerId="Windows Live" clId="Web-{D2121045-C487-DCF1-87AA-6EBDB715DA64}" dt="2025-01-15T05:45:39.950" v="1245"/>
        <pc:sldMkLst>
          <pc:docMk/>
          <pc:sldMk cId="0" sldId="262"/>
        </pc:sldMkLst>
        <pc:spChg chg="mod">
          <ac:chgData name="Guest User" userId="" providerId="Windows Live" clId="Web-{D2121045-C487-DCF1-87AA-6EBDB715DA64}" dt="2025-01-15T05:10:29.215" v="731" actId="20577"/>
          <ac:spMkLst>
            <pc:docMk/>
            <pc:sldMk cId="0" sldId="262"/>
            <ac:spMk id="3" creationId="{00000000-0000-0000-0000-000000000000}"/>
          </ac:spMkLst>
        </pc:spChg>
        <pc:spChg chg="mod">
          <ac:chgData name="Guest User" userId="" providerId="Windows Live" clId="Web-{D2121045-C487-DCF1-87AA-6EBDB715DA64}" dt="2025-01-15T05:45:08.934" v="1238" actId="1076"/>
          <ac:spMkLst>
            <pc:docMk/>
            <pc:sldMk cId="0" sldId="262"/>
            <ac:spMk id="7" creationId="{00000000-0000-0000-0000-000000000000}"/>
          </ac:spMkLst>
        </pc:spChg>
        <pc:spChg chg="mod">
          <ac:chgData name="Guest User" userId="" providerId="Windows Live" clId="Web-{D2121045-C487-DCF1-87AA-6EBDB715DA64}" dt="2025-01-15T05:44:32.479" v="1237" actId="1076"/>
          <ac:spMkLst>
            <pc:docMk/>
            <pc:sldMk cId="0" sldId="262"/>
            <ac:spMk id="9" creationId="{00000000-0000-0000-0000-000000000000}"/>
          </ac:spMkLst>
        </pc:spChg>
        <pc:spChg chg="add mod">
          <ac:chgData name="Guest User" userId="" providerId="Windows Live" clId="Web-{D2121045-C487-DCF1-87AA-6EBDB715DA64}" dt="2025-01-15T05:15:17.836" v="780" actId="20577"/>
          <ac:spMkLst>
            <pc:docMk/>
            <pc:sldMk cId="0" sldId="262"/>
            <ac:spMk id="16" creationId="{EFF61CB5-3B39-F88D-2F57-6BEF29144B47}"/>
          </ac:spMkLst>
        </pc:spChg>
        <pc:graphicFrameChg chg="add mod modGraphic">
          <ac:chgData name="Guest User" userId="" providerId="Windows Live" clId="Web-{D2121045-C487-DCF1-87AA-6EBDB715DA64}" dt="2025-01-15T05:45:39.950" v="1245"/>
          <ac:graphicFrameMkLst>
            <pc:docMk/>
            <pc:sldMk cId="0" sldId="262"/>
            <ac:graphicFrameMk id="17" creationId="{AE02C1CF-C6D4-F320-58AE-8E8E6E890452}"/>
          </ac:graphicFrameMkLst>
        </pc:graphicFrameChg>
        <pc:graphicFrameChg chg="add mod modGraphic">
          <ac:chgData name="Guest User" userId="" providerId="Windows Live" clId="Web-{D2121045-C487-DCF1-87AA-6EBDB715DA64}" dt="2025-01-15T05:45:29.169" v="1244"/>
          <ac:graphicFrameMkLst>
            <pc:docMk/>
            <pc:sldMk cId="0" sldId="262"/>
            <ac:graphicFrameMk id="18" creationId="{1377627D-3E87-6AA5-D6AC-F4E00CF6EDDD}"/>
          </ac:graphicFrameMkLst>
        </pc:graphicFrameChg>
      </pc:sldChg>
      <pc:sldChg chg="addSp delSp modSp">
        <pc:chgData name="Guest User" userId="" providerId="Windows Live" clId="Web-{D2121045-C487-DCF1-87AA-6EBDB715DA64}" dt="2025-01-15T06:42:10.373" v="1412" actId="20577"/>
        <pc:sldMkLst>
          <pc:docMk/>
          <pc:sldMk cId="0" sldId="263"/>
        </pc:sldMkLst>
        <pc:spChg chg="add">
          <ac:chgData name="Guest User" userId="" providerId="Windows Live" clId="Web-{D2121045-C487-DCF1-87AA-6EBDB715DA64}" dt="2025-01-15T05:10:42.435" v="732"/>
          <ac:spMkLst>
            <pc:docMk/>
            <pc:sldMk cId="0" sldId="263"/>
            <ac:spMk id="12" creationId="{E3774379-5213-873F-4104-DFFE06FB2C90}"/>
          </ac:spMkLst>
        </pc:spChg>
        <pc:spChg chg="add mod">
          <ac:chgData name="Guest User" userId="" providerId="Windows Live" clId="Web-{D2121045-C487-DCF1-87AA-6EBDB715DA64}" dt="2025-01-15T06:20:56.232" v="1311" actId="14100"/>
          <ac:spMkLst>
            <pc:docMk/>
            <pc:sldMk cId="0" sldId="263"/>
            <ac:spMk id="16" creationId="{60BB21BE-85C5-73F8-51D8-50E6519D5096}"/>
          </ac:spMkLst>
        </pc:spChg>
        <pc:spChg chg="add del mod">
          <ac:chgData name="Guest User" userId="" providerId="Windows Live" clId="Web-{D2121045-C487-DCF1-87AA-6EBDB715DA64}" dt="2025-01-15T06:42:10.373" v="1412" actId="20577"/>
          <ac:spMkLst>
            <pc:docMk/>
            <pc:sldMk cId="0" sldId="263"/>
            <ac:spMk id="18" creationId="{66BE96DC-3DE1-EAB7-1D16-9812D84FF41D}"/>
          </ac:spMkLst>
        </pc:spChg>
      </pc:sldChg>
      <pc:sldChg chg="addSp delSp modSp">
        <pc:chgData name="Guest User" userId="" providerId="Windows Live" clId="Web-{D2121045-C487-DCF1-87AA-6EBDB715DA64}" dt="2025-01-15T06:01:04.750" v="1281" actId="20577"/>
        <pc:sldMkLst>
          <pc:docMk/>
          <pc:sldMk cId="0" sldId="264"/>
        </pc:sldMkLst>
        <pc:spChg chg="add">
          <ac:chgData name="Guest User" userId="" providerId="Windows Live" clId="Web-{D2121045-C487-DCF1-87AA-6EBDB715DA64}" dt="2025-01-15T05:10:59.123" v="737"/>
          <ac:spMkLst>
            <pc:docMk/>
            <pc:sldMk cId="0" sldId="264"/>
            <ac:spMk id="11" creationId="{216C964D-75E7-E62F-F47A-077CEE26E008}"/>
          </ac:spMkLst>
        </pc:spChg>
        <pc:spChg chg="add mod">
          <ac:chgData name="Guest User" userId="" providerId="Windows Live" clId="Web-{D2121045-C487-DCF1-87AA-6EBDB715DA64}" dt="2025-01-15T06:01:04.750" v="1281" actId="20577"/>
          <ac:spMkLst>
            <pc:docMk/>
            <pc:sldMk cId="0" sldId="264"/>
            <ac:spMk id="12" creationId="{76B0FAE6-081F-E629-FD02-4D9ADD05DAA2}"/>
          </ac:spMkLst>
        </pc:spChg>
      </pc:sldChg>
      <pc:sldChg chg="addSp delSp modSp">
        <pc:chgData name="Guest User" userId="" providerId="Windows Live" clId="Web-{D2121045-C487-DCF1-87AA-6EBDB715DA64}" dt="2025-01-15T06:33:17.635" v="1380" actId="20577"/>
        <pc:sldMkLst>
          <pc:docMk/>
          <pc:sldMk cId="0" sldId="265"/>
        </pc:sldMkLst>
        <pc:spChg chg="add">
          <ac:chgData name="Guest User" userId="" providerId="Windows Live" clId="Web-{D2121045-C487-DCF1-87AA-6EBDB715DA64}" dt="2025-01-15T05:11:06.014" v="739"/>
          <ac:spMkLst>
            <pc:docMk/>
            <pc:sldMk cId="0" sldId="265"/>
            <ac:spMk id="10" creationId="{A5ADC206-AF09-7D36-D614-576FFD91779C}"/>
          </ac:spMkLst>
        </pc:spChg>
        <pc:spChg chg="add mod">
          <ac:chgData name="Guest User" userId="" providerId="Windows Live" clId="Web-{D2121045-C487-DCF1-87AA-6EBDB715DA64}" dt="2025-01-15T06:32:34.555" v="1375" actId="20577"/>
          <ac:spMkLst>
            <pc:docMk/>
            <pc:sldMk cId="0" sldId="265"/>
            <ac:spMk id="13" creationId="{5EC54FB5-EAF2-23EF-7058-AC24F0400931}"/>
          </ac:spMkLst>
        </pc:spChg>
        <pc:spChg chg="add mod">
          <ac:chgData name="Guest User" userId="" providerId="Windows Live" clId="Web-{D2121045-C487-DCF1-87AA-6EBDB715DA64}" dt="2025-01-15T06:33:17.635" v="1380" actId="20577"/>
          <ac:spMkLst>
            <pc:docMk/>
            <pc:sldMk cId="0" sldId="265"/>
            <ac:spMk id="14" creationId="{E1A9B3E4-E777-7EEA-DD90-3F1BC3109107}"/>
          </ac:spMkLst>
        </pc:spChg>
      </pc:sldChg>
      <pc:sldChg chg="addSp delSp modSp">
        <pc:chgData name="Guest User" userId="" providerId="Windows Live" clId="Web-{D2121045-C487-DCF1-87AA-6EBDB715DA64}" dt="2025-01-15T07:30:52.905" v="1456" actId="14100"/>
        <pc:sldMkLst>
          <pc:docMk/>
          <pc:sldMk cId="0" sldId="266"/>
        </pc:sldMkLst>
        <pc:spChg chg="add">
          <ac:chgData name="Guest User" userId="" providerId="Windows Live" clId="Web-{D2121045-C487-DCF1-87AA-6EBDB715DA64}" dt="2025-01-15T05:11:15.545" v="741"/>
          <ac:spMkLst>
            <pc:docMk/>
            <pc:sldMk cId="0" sldId="266"/>
            <ac:spMk id="10" creationId="{7E687E82-CD83-C1FC-08E9-DE44F1E779E3}"/>
          </ac:spMkLst>
        </pc:spChg>
        <pc:spChg chg="add del mod">
          <ac:chgData name="Guest User" userId="" providerId="Windows Live" clId="Web-{D2121045-C487-DCF1-87AA-6EBDB715DA64}" dt="2025-01-15T07:30:52.905" v="1456" actId="14100"/>
          <ac:spMkLst>
            <pc:docMk/>
            <pc:sldMk cId="0" sldId="266"/>
            <ac:spMk id="11" creationId="{37797D61-D6A9-5EA9-D58E-27C923808EC6}"/>
          </ac:spMkLst>
        </pc:spChg>
        <pc:picChg chg="mod">
          <ac:chgData name="Guest User" userId="" providerId="Windows Live" clId="Web-{D2121045-C487-DCF1-87AA-6EBDB715DA64}" dt="2025-01-15T07:00:27.024" v="1447" actId="14100"/>
          <ac:picMkLst>
            <pc:docMk/>
            <pc:sldMk cId="0" sldId="266"/>
            <ac:picMk id="9" creationId="{34DF494C-B944-F085-D429-33E8D615C8DD}"/>
          </ac:picMkLst>
        </pc:picChg>
        <pc:picChg chg="mod">
          <ac:chgData name="Guest User" userId="" providerId="Windows Live" clId="Web-{D2121045-C487-DCF1-87AA-6EBDB715DA64}" dt="2025-01-15T07:08:20.963" v="1452" actId="1076"/>
          <ac:picMkLst>
            <pc:docMk/>
            <pc:sldMk cId="0" sldId="266"/>
            <ac:picMk id="13" creationId="{AC123EE1-D2FC-C6C3-C0A3-E9EF304A2E05}"/>
          </ac:picMkLst>
        </pc:picChg>
      </pc:sldChg>
      <pc:sldChg chg="addSp delSp modSp">
        <pc:chgData name="Guest User" userId="" providerId="Windows Live" clId="Web-{D2121045-C487-DCF1-87AA-6EBDB715DA64}" dt="2025-01-15T07:40:17.285" v="1501" actId="20577"/>
        <pc:sldMkLst>
          <pc:docMk/>
          <pc:sldMk cId="0" sldId="267"/>
        </pc:sldMkLst>
        <pc:spChg chg="add">
          <ac:chgData name="Guest User" userId="" providerId="Windows Live" clId="Web-{D2121045-C487-DCF1-87AA-6EBDB715DA64}" dt="2025-01-15T05:11:24.499" v="743"/>
          <ac:spMkLst>
            <pc:docMk/>
            <pc:sldMk cId="0" sldId="267"/>
            <ac:spMk id="11" creationId="{BD392D26-B0E1-C67D-D4FC-702BC3D8622D}"/>
          </ac:spMkLst>
        </pc:spChg>
        <pc:spChg chg="add mod">
          <ac:chgData name="Guest User" userId="" providerId="Windows Live" clId="Web-{D2121045-C487-DCF1-87AA-6EBDB715DA64}" dt="2025-01-15T07:40:17.285" v="1501" actId="20577"/>
          <ac:spMkLst>
            <pc:docMk/>
            <pc:sldMk cId="0" sldId="267"/>
            <ac:spMk id="14" creationId="{19B1A0E3-FD5E-DB38-E6A2-CD1A44B551AD}"/>
          </ac:spMkLst>
        </pc:spChg>
      </pc:sldChg>
      <pc:sldChg chg="addSp delSp modSp">
        <pc:chgData name="Guest User" userId="" providerId="Windows Live" clId="Web-{D2121045-C487-DCF1-87AA-6EBDB715DA64}" dt="2025-01-15T08:00:40.159" v="1550"/>
        <pc:sldMkLst>
          <pc:docMk/>
          <pc:sldMk cId="0" sldId="268"/>
        </pc:sldMkLst>
        <pc:spChg chg="add">
          <ac:chgData name="Guest User" userId="" providerId="Windows Live" clId="Web-{D2121045-C487-DCF1-87AA-6EBDB715DA64}" dt="2025-01-15T05:11:34.890" v="745"/>
          <ac:spMkLst>
            <pc:docMk/>
            <pc:sldMk cId="0" sldId="268"/>
            <ac:spMk id="11" creationId="{FB2F86C1-4304-8B3B-49DD-73D6A1709BAA}"/>
          </ac:spMkLst>
        </pc:spChg>
        <pc:spChg chg="add del mod">
          <ac:chgData name="Guest User" userId="" providerId="Windows Live" clId="Web-{D2121045-C487-DCF1-87AA-6EBDB715DA64}" dt="2025-01-15T08:00:40.159" v="1550"/>
          <ac:spMkLst>
            <pc:docMk/>
            <pc:sldMk cId="0" sldId="268"/>
            <ac:spMk id="18" creationId="{7FFEFC2D-0D05-E026-77A0-19F80E8E06D8}"/>
          </ac:spMkLst>
        </pc:spChg>
      </pc:sldChg>
      <pc:sldChg chg="addSp delSp">
        <pc:chgData name="Guest User" userId="" providerId="Windows Live" clId="Web-{D2121045-C487-DCF1-87AA-6EBDB715DA64}" dt="2025-01-15T05:11:59.219" v="749"/>
        <pc:sldMkLst>
          <pc:docMk/>
          <pc:sldMk cId="0" sldId="269"/>
        </pc:sldMkLst>
        <pc:spChg chg="add">
          <ac:chgData name="Guest User" userId="" providerId="Windows Live" clId="Web-{D2121045-C487-DCF1-87AA-6EBDB715DA64}" dt="2025-01-15T05:11:59.219" v="749"/>
          <ac:spMkLst>
            <pc:docMk/>
            <pc:sldMk cId="0" sldId="269"/>
            <ac:spMk id="10" creationId="{57DF8336-C73A-AC33-50E9-FBD273DA7926}"/>
          </ac:spMkLst>
        </pc:spChg>
      </pc:sldChg>
      <pc:sldChg chg="addSp delSp">
        <pc:chgData name="Guest User" userId="" providerId="Windows Live" clId="Web-{D2121045-C487-DCF1-87AA-6EBDB715DA64}" dt="2025-01-15T05:11:51.265" v="747"/>
        <pc:sldMkLst>
          <pc:docMk/>
          <pc:sldMk cId="0" sldId="270"/>
        </pc:sldMkLst>
        <pc:spChg chg="add">
          <ac:chgData name="Guest User" userId="" providerId="Windows Live" clId="Web-{D2121045-C487-DCF1-87AA-6EBDB715DA64}" dt="2025-01-15T05:11:51.265" v="747"/>
          <ac:spMkLst>
            <pc:docMk/>
            <pc:sldMk cId="0" sldId="270"/>
            <ac:spMk id="10" creationId="{BBA115EC-34C6-3835-54E4-B10969E4C86D}"/>
          </ac:spMkLst>
        </pc:spChg>
      </pc:sldChg>
      <pc:sldChg chg="addSp delSp">
        <pc:chgData name="Guest User" userId="" providerId="Windows Live" clId="Web-{D2121045-C487-DCF1-87AA-6EBDB715DA64}" dt="2025-01-15T05:12:08.485" v="751"/>
        <pc:sldMkLst>
          <pc:docMk/>
          <pc:sldMk cId="0" sldId="271"/>
        </pc:sldMkLst>
        <pc:spChg chg="add">
          <ac:chgData name="Guest User" userId="" providerId="Windows Live" clId="Web-{D2121045-C487-DCF1-87AA-6EBDB715DA64}" dt="2025-01-15T05:12:08.485" v="751"/>
          <ac:spMkLst>
            <pc:docMk/>
            <pc:sldMk cId="0" sldId="271"/>
            <ac:spMk id="10" creationId="{7F7E7423-D7AB-4517-4764-9D3812D377B9}"/>
          </ac:spMkLst>
        </pc:spChg>
      </pc:sldChg>
      <pc:sldChg chg="addSp delSp">
        <pc:chgData name="Guest User" userId="" providerId="Windows Live" clId="Web-{D2121045-C487-DCF1-87AA-6EBDB715DA64}" dt="2025-01-15T05:12:15.313" v="753"/>
        <pc:sldMkLst>
          <pc:docMk/>
          <pc:sldMk cId="0" sldId="272"/>
        </pc:sldMkLst>
        <pc:spChg chg="add">
          <ac:chgData name="Guest User" userId="" providerId="Windows Live" clId="Web-{D2121045-C487-DCF1-87AA-6EBDB715DA64}" dt="2025-01-15T05:12:15.313" v="753"/>
          <ac:spMkLst>
            <pc:docMk/>
            <pc:sldMk cId="0" sldId="272"/>
            <ac:spMk id="10" creationId="{808DEF56-D486-2ED0-DC3D-EA7FF76A3039}"/>
          </ac:spMkLst>
        </pc:spChg>
      </pc:sldChg>
      <pc:sldChg chg="new del">
        <pc:chgData name="Guest User" userId="" providerId="Windows Live" clId="Web-{D2121045-C487-DCF1-87AA-6EBDB715DA64}" dt="2025-01-15T06:39:36.446" v="1396"/>
        <pc:sldMkLst>
          <pc:docMk/>
          <pc:sldMk cId="1043980735" sldId="273"/>
        </pc:sldMkLst>
      </pc:sldChg>
      <pc:sldChg chg="delSp modSp add replId">
        <pc:chgData name="Guest User" userId="" providerId="Windows Live" clId="Web-{D2121045-C487-DCF1-87AA-6EBDB715DA64}" dt="2025-01-15T07:33:03.597" v="1464" actId="20577"/>
        <pc:sldMkLst>
          <pc:docMk/>
          <pc:sldMk cId="2800489569" sldId="274"/>
        </pc:sldMkLst>
        <pc:spChg chg="mod">
          <ac:chgData name="Guest User" userId="" providerId="Windows Live" clId="Web-{D2121045-C487-DCF1-87AA-6EBDB715DA64}" dt="2025-01-15T06:41:07.262" v="1406" actId="20577"/>
          <ac:spMkLst>
            <pc:docMk/>
            <pc:sldMk cId="2800489569" sldId="274"/>
            <ac:spMk id="8" creationId="{00000000-0000-0000-0000-000000000000}"/>
          </ac:spMkLst>
        </pc:spChg>
        <pc:spChg chg="mod">
          <ac:chgData name="Guest User" userId="" providerId="Windows Live" clId="Web-{D2121045-C487-DCF1-87AA-6EBDB715DA64}" dt="2025-01-15T07:33:03.597" v="1464" actId="20577"/>
          <ac:spMkLst>
            <pc:docMk/>
            <pc:sldMk cId="2800489569" sldId="274"/>
            <ac:spMk id="11" creationId="{37797D61-D6A9-5EA9-D58E-27C923808EC6}"/>
          </ac:spMkLst>
        </pc:spChg>
      </pc:sldChg>
      <pc:sldChg chg="addSp delSp modSp add replId">
        <pc:chgData name="Guest User" userId="" providerId="Windows Live" clId="Web-{D2121045-C487-DCF1-87AA-6EBDB715DA64}" dt="2025-01-15T07:55:04.522" v="1512"/>
        <pc:sldMkLst>
          <pc:docMk/>
          <pc:sldMk cId="2795247153" sldId="275"/>
        </pc:sldMkLst>
        <pc:spChg chg="add del mod">
          <ac:chgData name="Guest User" userId="" providerId="Windows Live" clId="Web-{D2121045-C487-DCF1-87AA-6EBDB715DA64}" dt="2025-01-15T07:53:30.862" v="1509" actId="20577"/>
          <ac:spMkLst>
            <pc:docMk/>
            <pc:sldMk cId="2795247153" sldId="275"/>
            <ac:spMk id="6" creationId="{00000000-0000-0000-0000-000000000000}"/>
          </ac:spMkLst>
        </pc:spChg>
        <pc:spChg chg="add">
          <ac:chgData name="Guest User" userId="" providerId="Windows Live" clId="Web-{D2121045-C487-DCF1-87AA-6EBDB715DA64}" dt="2025-01-15T07:55:04.522" v="1512"/>
          <ac:spMkLst>
            <pc:docMk/>
            <pc:sldMk cId="2795247153" sldId="275"/>
            <ac:spMk id="10" creationId="{1F96AE56-F50E-30A2-9E9F-C6CEE6B17180}"/>
          </ac:spMkLst>
        </pc:spChg>
      </pc:sldChg>
      <pc:sldChg chg="add del replId">
        <pc:chgData name="Guest User" userId="" providerId="Windows Live" clId="Web-{D2121045-C487-DCF1-87AA-6EBDB715DA64}" dt="2025-01-15T07:32:59.706" v="1457"/>
        <pc:sldMkLst>
          <pc:docMk/>
          <pc:sldMk cId="2924391194" sldId="275"/>
        </pc:sldMkLst>
      </pc:sldChg>
      <pc:sldChg chg="add del replId">
        <pc:chgData name="Guest User" userId="" providerId="Windows Live" clId="Web-{D2121045-C487-DCF1-87AA-6EBDB715DA64}" dt="2025-01-15T07:53:53.550" v="1511"/>
        <pc:sldMkLst>
          <pc:docMk/>
          <pc:sldMk cId="3060699584" sldId="276"/>
        </pc:sldMkLst>
      </pc:sldChg>
    </pc:docChg>
  </pc:docChgLst>
  <pc:docChgLst>
    <pc:chgData name="Guest User" providerId="Windows Live" clId="Web-{F5085F55-36BF-4BE2-B8A8-ADE24AC24540}"/>
    <pc:docChg chg="modSld">
      <pc:chgData name="Guest User" userId="" providerId="Windows Live" clId="Web-{F5085F55-36BF-4BE2-B8A8-ADE24AC24540}" dt="2025-01-15T12:07:13.566" v="323"/>
      <pc:docMkLst>
        <pc:docMk/>
      </pc:docMkLst>
      <pc:sldChg chg="addSp delSp modSp">
        <pc:chgData name="Guest User" userId="" providerId="Windows Live" clId="Web-{F5085F55-36BF-4BE2-B8A8-ADE24AC24540}" dt="2025-01-15T12:07:13.566" v="323"/>
        <pc:sldMkLst>
          <pc:docMk/>
          <pc:sldMk cId="0" sldId="261"/>
        </pc:sldMkLst>
        <pc:graphicFrameChg chg="add del mod modGraphic">
          <ac:chgData name="Guest User" userId="" providerId="Windows Live" clId="Web-{F5085F55-36BF-4BE2-B8A8-ADE24AC24540}" dt="2025-01-15T12:07:13.566" v="323"/>
          <ac:graphicFrameMkLst>
            <pc:docMk/>
            <pc:sldMk cId="0" sldId="261"/>
            <ac:graphicFrameMk id="3" creationId="{00000000-0000-0000-0000-000000000000}"/>
          </ac:graphicFrameMkLst>
        </pc:graphicFrameChg>
      </pc:sldChg>
      <pc:sldChg chg="modSp">
        <pc:chgData name="Guest User" userId="" providerId="Windows Live" clId="Web-{F5085F55-36BF-4BE2-B8A8-ADE24AC24540}" dt="2025-01-15T08:43:06.255" v="174"/>
        <pc:sldMkLst>
          <pc:docMk/>
          <pc:sldMk cId="0" sldId="262"/>
        </pc:sldMkLst>
        <pc:graphicFrameChg chg="mod modGraphic">
          <ac:chgData name="Guest User" userId="" providerId="Windows Live" clId="Web-{F5085F55-36BF-4BE2-B8A8-ADE24AC24540}" dt="2025-01-15T08:43:06.255" v="174"/>
          <ac:graphicFrameMkLst>
            <pc:docMk/>
            <pc:sldMk cId="0" sldId="262"/>
            <ac:graphicFrameMk id="17" creationId="{AE02C1CF-C6D4-F320-58AE-8E8E6E890452}"/>
          </ac:graphicFrameMkLst>
        </pc:graphicFrameChg>
      </pc:sldChg>
      <pc:sldChg chg="modSp">
        <pc:chgData name="Guest User" userId="" providerId="Windows Live" clId="Web-{F5085F55-36BF-4BE2-B8A8-ADE24AC24540}" dt="2025-01-15T08:28:49.216" v="141" actId="20577"/>
        <pc:sldMkLst>
          <pc:docMk/>
          <pc:sldMk cId="0" sldId="263"/>
        </pc:sldMkLst>
        <pc:spChg chg="mod">
          <ac:chgData name="Guest User" userId="" providerId="Windows Live" clId="Web-{F5085F55-36BF-4BE2-B8A8-ADE24AC24540}" dt="2025-01-15T08:28:49.216" v="141" actId="20577"/>
          <ac:spMkLst>
            <pc:docMk/>
            <pc:sldMk cId="0" sldId="263"/>
            <ac:spMk id="16" creationId="{60BB21BE-85C5-73F8-51D8-50E6519D5096}"/>
          </ac:spMkLst>
        </pc:spChg>
      </pc:sldChg>
      <pc:sldChg chg="modSp">
        <pc:chgData name="Guest User" userId="" providerId="Windows Live" clId="Web-{F5085F55-36BF-4BE2-B8A8-ADE24AC24540}" dt="2025-01-15T08:28:37.591" v="139" actId="14100"/>
        <pc:sldMkLst>
          <pc:docMk/>
          <pc:sldMk cId="0" sldId="264"/>
        </pc:sldMkLst>
        <pc:spChg chg="mod">
          <ac:chgData name="Guest User" userId="" providerId="Windows Live" clId="Web-{F5085F55-36BF-4BE2-B8A8-ADE24AC24540}" dt="2025-01-15T08:28:37.591" v="139" actId="14100"/>
          <ac:spMkLst>
            <pc:docMk/>
            <pc:sldMk cId="0" sldId="264"/>
            <ac:spMk id="12" creationId="{76B0FAE6-081F-E629-FD02-4D9ADD05DAA2}"/>
          </ac:spMkLst>
        </pc:spChg>
      </pc:sldChg>
      <pc:sldChg chg="modSp">
        <pc:chgData name="Guest User" userId="" providerId="Windows Live" clId="Web-{F5085F55-36BF-4BE2-B8A8-ADE24AC24540}" dt="2025-01-15T08:27:15.559" v="122" actId="20577"/>
        <pc:sldMkLst>
          <pc:docMk/>
          <pc:sldMk cId="0" sldId="267"/>
        </pc:sldMkLst>
        <pc:spChg chg="mod">
          <ac:chgData name="Guest User" userId="" providerId="Windows Live" clId="Web-{F5085F55-36BF-4BE2-B8A8-ADE24AC24540}" dt="2025-01-15T08:27:15.559" v="122" actId="20577"/>
          <ac:spMkLst>
            <pc:docMk/>
            <pc:sldMk cId="0" sldId="267"/>
            <ac:spMk id="14" creationId="{19B1A0E3-FD5E-DB38-E6A2-CD1A44B551AD}"/>
          </ac:spMkLst>
        </pc:spChg>
      </pc:sldChg>
      <pc:sldChg chg="addSp delSp modSp">
        <pc:chgData name="Guest User" userId="" providerId="Windows Live" clId="Web-{F5085F55-36BF-4BE2-B8A8-ADE24AC24540}" dt="2025-01-15T08:03:29.264" v="32" actId="1076"/>
        <pc:sldMkLst>
          <pc:docMk/>
          <pc:sldMk cId="0" sldId="268"/>
        </pc:sldMkLst>
        <pc:spChg chg="add mod">
          <ac:chgData name="Guest User" userId="" providerId="Windows Live" clId="Web-{F5085F55-36BF-4BE2-B8A8-ADE24AC24540}" dt="2025-01-15T08:02:55.842" v="26" actId="20577"/>
          <ac:spMkLst>
            <pc:docMk/>
            <pc:sldMk cId="0" sldId="268"/>
            <ac:spMk id="2" creationId="{CBFCA74F-CF1B-7D25-6956-35B1F77F2422}"/>
          </ac:spMkLst>
        </pc:spChg>
        <pc:picChg chg="mod">
          <ac:chgData name="Guest User" userId="" providerId="Windows Live" clId="Web-{F5085F55-36BF-4BE2-B8A8-ADE24AC24540}" dt="2025-01-15T08:03:29.264" v="32" actId="1076"/>
          <ac:picMkLst>
            <pc:docMk/>
            <pc:sldMk cId="0" sldId="268"/>
            <ac:picMk id="15" creationId="{6A1243AA-60F0-F8DE-CA9A-E8E6581A16C9}"/>
          </ac:picMkLst>
        </pc:picChg>
        <pc:picChg chg="mod">
          <ac:chgData name="Guest User" userId="" providerId="Windows Live" clId="Web-{F5085F55-36BF-4BE2-B8A8-ADE24AC24540}" dt="2025-01-15T08:03:12.327" v="31" actId="1076"/>
          <ac:picMkLst>
            <pc:docMk/>
            <pc:sldMk cId="0" sldId="268"/>
            <ac:picMk id="17" creationId="{2E0D7152-3DF2-F94F-5755-60425CC587BB}"/>
          </ac:picMkLst>
        </pc:picChg>
      </pc:sldChg>
      <pc:sldChg chg="addSp modSp">
        <pc:chgData name="Guest User" userId="" providerId="Windows Live" clId="Web-{F5085F55-36BF-4BE2-B8A8-ADE24AC24540}" dt="2025-01-15T08:33:36.391" v="153" actId="1076"/>
        <pc:sldMkLst>
          <pc:docMk/>
          <pc:sldMk cId="0" sldId="269"/>
        </pc:sldMkLst>
        <pc:spChg chg="add mod">
          <ac:chgData name="Guest User" userId="" providerId="Windows Live" clId="Web-{F5085F55-36BF-4BE2-B8A8-ADE24AC24540}" dt="2025-01-15T08:33:36.391" v="153" actId="1076"/>
          <ac:spMkLst>
            <pc:docMk/>
            <pc:sldMk cId="0" sldId="269"/>
            <ac:spMk id="2" creationId="{9B5FC16F-28AC-AC1E-7F20-9DD8303F72A8}"/>
          </ac:spMkLst>
        </pc:spChg>
        <pc:spChg chg="mod">
          <ac:chgData name="Guest User" userId="" providerId="Windows Live" clId="Web-{F5085F55-36BF-4BE2-B8A8-ADE24AC24540}" dt="2025-01-15T08:24:41.870" v="104" actId="20577"/>
          <ac:spMkLst>
            <pc:docMk/>
            <pc:sldMk cId="0" sldId="269"/>
            <ac:spMk id="8" creationId="{00000000-0000-0000-0000-000000000000}"/>
          </ac:spMkLst>
        </pc:spChg>
      </pc:sldChg>
      <pc:sldChg chg="addSp modSp">
        <pc:chgData name="Guest User" userId="" providerId="Windows Live" clId="Web-{F5085F55-36BF-4BE2-B8A8-ADE24AC24540}" dt="2025-01-15T08:26:23.527" v="120" actId="20577"/>
        <pc:sldMkLst>
          <pc:docMk/>
          <pc:sldMk cId="0" sldId="270"/>
        </pc:sldMkLst>
        <pc:spChg chg="add mod">
          <ac:chgData name="Guest User" userId="" providerId="Windows Live" clId="Web-{F5085F55-36BF-4BE2-B8A8-ADE24AC24540}" dt="2025-01-15T08:26:23.527" v="120" actId="20577"/>
          <ac:spMkLst>
            <pc:docMk/>
            <pc:sldMk cId="0" sldId="270"/>
            <ac:spMk id="2" creationId="{7CEFA4D8-827D-69E8-3860-5DC5196165B1}"/>
          </ac:spMkLst>
        </pc:spChg>
        <pc:spChg chg="mod">
          <ac:chgData name="Guest User" userId="" providerId="Windows Live" clId="Web-{F5085F55-36BF-4BE2-B8A8-ADE24AC24540}" dt="2025-01-15T08:24:50.401" v="106" actId="20577"/>
          <ac:spMkLst>
            <pc:docMk/>
            <pc:sldMk cId="0" sldId="270"/>
            <ac:spMk id="8" creationId="{00000000-0000-0000-0000-000000000000}"/>
          </ac:spMkLst>
        </pc:spChg>
      </pc:sldChg>
      <pc:sldChg chg="addSp modSp">
        <pc:chgData name="Guest User" userId="" providerId="Windows Live" clId="Web-{F5085F55-36BF-4BE2-B8A8-ADE24AC24540}" dt="2025-01-15T08:26:03.261" v="118" actId="20577"/>
        <pc:sldMkLst>
          <pc:docMk/>
          <pc:sldMk cId="0" sldId="271"/>
        </pc:sldMkLst>
        <pc:spChg chg="add mod">
          <ac:chgData name="Guest User" userId="" providerId="Windows Live" clId="Web-{F5085F55-36BF-4BE2-B8A8-ADE24AC24540}" dt="2025-01-15T08:26:03.261" v="118" actId="20577"/>
          <ac:spMkLst>
            <pc:docMk/>
            <pc:sldMk cId="0" sldId="271"/>
            <ac:spMk id="2" creationId="{80893790-C625-BE72-9840-FC7493C1EA8B}"/>
          </ac:spMkLst>
        </pc:spChg>
        <pc:spChg chg="mod">
          <ac:chgData name="Guest User" userId="" providerId="Windows Live" clId="Web-{F5085F55-36BF-4BE2-B8A8-ADE24AC24540}" dt="2025-01-15T08:24:58.979" v="109" actId="20577"/>
          <ac:spMkLst>
            <pc:docMk/>
            <pc:sldMk cId="0" sldId="271"/>
            <ac:spMk id="8" creationId="{00000000-0000-0000-0000-000000000000}"/>
          </ac:spMkLst>
        </pc:spChg>
      </pc:sldChg>
      <pc:sldChg chg="modSp">
        <pc:chgData name="Guest User" userId="" providerId="Windows Live" clId="Web-{F5085F55-36BF-4BE2-B8A8-ADE24AC24540}" dt="2025-01-15T08:25:14.417" v="112" actId="20577"/>
        <pc:sldMkLst>
          <pc:docMk/>
          <pc:sldMk cId="0" sldId="272"/>
        </pc:sldMkLst>
        <pc:spChg chg="mod">
          <ac:chgData name="Guest User" userId="" providerId="Windows Live" clId="Web-{F5085F55-36BF-4BE2-B8A8-ADE24AC24540}" dt="2025-01-15T08:25:14.417" v="112" actId="20577"/>
          <ac:spMkLst>
            <pc:docMk/>
            <pc:sldMk cId="0" sldId="272"/>
            <ac:spMk id="8" creationId="{00000000-0000-0000-0000-000000000000}"/>
          </ac:spMkLst>
        </pc:spChg>
      </pc:sldChg>
      <pc:sldChg chg="addSp modSp">
        <pc:chgData name="Guest User" userId="" providerId="Windows Live" clId="Web-{F5085F55-36BF-4BE2-B8A8-ADE24AC24540}" dt="2025-01-15T08:42:19.083" v="164" actId="14100"/>
        <pc:sldMkLst>
          <pc:docMk/>
          <pc:sldMk cId="2795247153" sldId="275"/>
        </pc:sldMkLst>
        <pc:spChg chg="add mod">
          <ac:chgData name="Guest User" userId="" providerId="Windows Live" clId="Web-{F5085F55-36BF-4BE2-B8A8-ADE24AC24540}" dt="2025-01-15T08:41:43.739" v="161" actId="20577"/>
          <ac:spMkLst>
            <pc:docMk/>
            <pc:sldMk cId="2795247153" sldId="275"/>
            <ac:spMk id="2" creationId="{619CD978-4940-9E7E-31A0-F468414C5084}"/>
          </ac:spMkLst>
        </pc:spChg>
        <pc:spChg chg="mod">
          <ac:chgData name="Guest User" userId="" providerId="Windows Live" clId="Web-{F5085F55-36BF-4BE2-B8A8-ADE24AC24540}" dt="2025-01-15T08:03:51.249" v="34" actId="20577"/>
          <ac:spMkLst>
            <pc:docMk/>
            <pc:sldMk cId="2795247153" sldId="275"/>
            <ac:spMk id="9" creationId="{00000000-0000-0000-0000-000000000000}"/>
          </ac:spMkLst>
        </pc:spChg>
        <pc:picChg chg="mod">
          <ac:chgData name="Guest User" userId="" providerId="Windows Live" clId="Web-{F5085F55-36BF-4BE2-B8A8-ADE24AC24540}" dt="2025-01-15T08:41:48.333" v="162" actId="1076"/>
          <ac:picMkLst>
            <pc:docMk/>
            <pc:sldMk cId="2795247153" sldId="275"/>
            <ac:picMk id="5" creationId="{D46C4862-10B9-6973-5113-D69060976A4D}"/>
          </ac:picMkLst>
        </pc:picChg>
        <pc:picChg chg="mod">
          <ac:chgData name="Guest User" userId="" providerId="Windows Live" clId="Web-{F5085F55-36BF-4BE2-B8A8-ADE24AC24540}" dt="2025-01-15T08:42:19.083" v="164" actId="14100"/>
          <ac:picMkLst>
            <pc:docMk/>
            <pc:sldMk cId="2795247153" sldId="275"/>
            <ac:picMk id="13" creationId="{06FEEB41-6690-1131-0950-9C6167EC305F}"/>
          </ac:picMkLst>
        </pc:picChg>
      </pc:sldChg>
    </pc:docChg>
  </pc:docChgLst>
  <pc:docChgLst>
    <pc:chgData name="Guest User" providerId="Windows Live" clId="Web-{C31C811B-87D9-CFA9-6371-78C8DBF903A5}"/>
    <pc:docChg chg="modSld">
      <pc:chgData name="Guest User" userId="" providerId="Windows Live" clId="Web-{C31C811B-87D9-CFA9-6371-78C8DBF903A5}" dt="2025-01-18T07:33:00.331" v="39"/>
      <pc:docMkLst>
        <pc:docMk/>
      </pc:docMkLst>
      <pc:sldChg chg="modSp">
        <pc:chgData name="Guest User" userId="" providerId="Windows Live" clId="Web-{C31C811B-87D9-CFA9-6371-78C8DBF903A5}" dt="2025-01-18T07:22:06.792" v="12" actId="20577"/>
        <pc:sldMkLst>
          <pc:docMk/>
          <pc:sldMk cId="0" sldId="259"/>
        </pc:sldMkLst>
        <pc:spChg chg="mod">
          <ac:chgData name="Guest User" userId="" providerId="Windows Live" clId="Web-{C31C811B-87D9-CFA9-6371-78C8DBF903A5}" dt="2025-01-18T07:22:06.792" v="12" actId="20577"/>
          <ac:spMkLst>
            <pc:docMk/>
            <pc:sldMk cId="0" sldId="259"/>
            <ac:spMk id="4" creationId="{9082168D-479B-BBC4-4DB0-DC55E8065E74}"/>
          </ac:spMkLst>
        </pc:spChg>
      </pc:sldChg>
      <pc:sldChg chg="modSp">
        <pc:chgData name="Guest User" userId="" providerId="Windows Live" clId="Web-{C31C811B-87D9-CFA9-6371-78C8DBF903A5}" dt="2025-01-18T07:22:45.746" v="18" actId="20577"/>
        <pc:sldMkLst>
          <pc:docMk/>
          <pc:sldMk cId="0" sldId="260"/>
        </pc:sldMkLst>
        <pc:spChg chg="mod">
          <ac:chgData name="Guest User" userId="" providerId="Windows Live" clId="Web-{C31C811B-87D9-CFA9-6371-78C8DBF903A5}" dt="2025-01-18T07:22:45.746" v="18" actId="20577"/>
          <ac:spMkLst>
            <pc:docMk/>
            <pc:sldMk cId="0" sldId="260"/>
            <ac:spMk id="3" creationId="{00000000-0000-0000-0000-000000000000}"/>
          </ac:spMkLst>
        </pc:spChg>
        <pc:spChg chg="mod">
          <ac:chgData name="Guest User" userId="" providerId="Windows Live" clId="Web-{C31C811B-87D9-CFA9-6371-78C8DBF903A5}" dt="2025-01-18T07:22:19.933" v="14" actId="20577"/>
          <ac:spMkLst>
            <pc:docMk/>
            <pc:sldMk cId="0" sldId="260"/>
            <ac:spMk id="6" creationId="{2216AE51-0C7A-D5AF-23CE-4D3D213EEA6E}"/>
          </ac:spMkLst>
        </pc:spChg>
      </pc:sldChg>
      <pc:sldChg chg="modSp">
        <pc:chgData name="Guest User" userId="" providerId="Windows Live" clId="Web-{C31C811B-87D9-CFA9-6371-78C8DBF903A5}" dt="2025-01-18T07:33:00.331" v="39"/>
        <pc:sldMkLst>
          <pc:docMk/>
          <pc:sldMk cId="0" sldId="261"/>
        </pc:sldMkLst>
        <pc:graphicFrameChg chg="mod modGraphic">
          <ac:chgData name="Guest User" userId="" providerId="Windows Live" clId="Web-{C31C811B-87D9-CFA9-6371-78C8DBF903A5}" dt="2025-01-18T07:33:00.331" v="39"/>
          <ac:graphicFrameMkLst>
            <pc:docMk/>
            <pc:sldMk cId="0" sldId="261"/>
            <ac:graphicFrameMk id="3" creationId="{00000000-0000-0000-0000-000000000000}"/>
          </ac:graphicFrameMkLst>
        </pc:graphicFrameChg>
      </pc:sldChg>
      <pc:sldChg chg="modSp">
        <pc:chgData name="Guest User" userId="" providerId="Windows Live" clId="Web-{C31C811B-87D9-CFA9-6371-78C8DBF903A5}" dt="2025-01-18T07:19:47.240" v="10" actId="20577"/>
        <pc:sldMkLst>
          <pc:docMk/>
          <pc:sldMk cId="0" sldId="263"/>
        </pc:sldMkLst>
        <pc:spChg chg="mod">
          <ac:chgData name="Guest User" userId="" providerId="Windows Live" clId="Web-{C31C811B-87D9-CFA9-6371-78C8DBF903A5}" dt="2025-01-18T07:19:47.240" v="10" actId="20577"/>
          <ac:spMkLst>
            <pc:docMk/>
            <pc:sldMk cId="0" sldId="263"/>
            <ac:spMk id="16" creationId="{60BB21BE-85C5-73F8-51D8-50E6519D509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sz="1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64666" y="973606"/>
            <a:ext cx="5243067" cy="688975"/>
          </a:xfrm>
          <a:prstGeom prst="rect">
            <a:avLst/>
          </a:prstGeom>
        </p:spPr>
        <p:txBody>
          <a:bodyPr wrap="square" lIns="0" tIns="0" rIns="0" bIns="0">
            <a:spAutoFit/>
          </a:bodyPr>
          <a:lstStyle>
            <a:lvl1pPr>
              <a:defRPr sz="2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968754" y="2657830"/>
            <a:ext cx="3829685" cy="3234690"/>
          </a:xfrm>
          <a:prstGeom prst="rect">
            <a:avLst/>
          </a:prstGeom>
        </p:spPr>
        <p:txBody>
          <a:bodyPr wrap="square" lIns="0" tIns="0" rIns="0" bIns="0">
            <a:spAutoFit/>
          </a:bodyPr>
          <a:lstStyle>
            <a:lvl1pPr>
              <a:defRPr sz="1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2/4/2025</a:t>
            </a:fld>
            <a:endParaRPr lang="en-US"/>
          </a:p>
        </p:txBody>
      </p:sp>
      <p:sp>
        <p:nvSpPr>
          <p:cNvPr id="6" name="Holder 6"/>
          <p:cNvSpPr>
            <a:spLocks noGrp="1"/>
          </p:cNvSpPr>
          <p:nvPr>
            <p:ph type="sldNum" sz="quarter" idx="7"/>
          </p:nvPr>
        </p:nvSpPr>
        <p:spPr>
          <a:xfrm>
            <a:off x="6747509" y="10172021"/>
            <a:ext cx="215900" cy="194309"/>
          </a:xfrm>
          <a:prstGeom prst="rect">
            <a:avLst/>
          </a:prstGeom>
        </p:spPr>
        <p:txBody>
          <a:bodyPr wrap="square" lIns="0" tIns="0" rIns="0" bIns="0">
            <a:spAutoFit/>
          </a:bodyPr>
          <a:lstStyle>
            <a:lvl1pPr>
              <a:defRPr sz="1200" b="1" i="0">
                <a:solidFill>
                  <a:schemeClr val="tx1"/>
                </a:solidFill>
                <a:latin typeface="Times New Roman"/>
                <a:cs typeface="Times New Roman"/>
              </a:defRPr>
            </a:lvl1pPr>
          </a:lstStyle>
          <a:p>
            <a:pPr marL="12700">
              <a:lnSpc>
                <a:spcPts val="1410"/>
              </a:lnSpc>
            </a:pPr>
            <a:fld id="{81D60167-4931-47E6-BA6A-407CBD079E47}" type="slidenum">
              <a:rPr spc="-25" dirty="0"/>
              <a:t>‹#›</a:t>
            </a:fld>
            <a:endParaRPr spc="-2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responsivedesignchecker.com/" TargetMode="External"/><Relationship Id="rId2" Type="http://schemas.openxmlformats.org/officeDocument/2006/relationships/hyperlink" Target="https://www.browserstack.com/" TargetMode="Externa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915" rIns="0" bIns="0" rtlCol="0">
            <a:spAutoFit/>
          </a:bodyPr>
          <a:lstStyle/>
          <a:p>
            <a:pPr algn="ctr">
              <a:lnSpc>
                <a:spcPct val="100000"/>
              </a:lnSpc>
              <a:spcBef>
                <a:spcPts val="645"/>
              </a:spcBef>
            </a:pPr>
            <a:r>
              <a:t>Dr.</a:t>
            </a:r>
            <a:r>
              <a:rPr spc="-55"/>
              <a:t> </a:t>
            </a:r>
            <a:r>
              <a:t>APJ</a:t>
            </a:r>
            <a:r>
              <a:rPr spc="-45"/>
              <a:t> </a:t>
            </a:r>
            <a:r>
              <a:t>Abdul</a:t>
            </a:r>
            <a:r>
              <a:rPr spc="-45"/>
              <a:t> </a:t>
            </a:r>
            <a:r>
              <a:t>Kalam</a:t>
            </a:r>
            <a:r>
              <a:rPr spc="-55"/>
              <a:t> </a:t>
            </a:r>
            <a:r>
              <a:t>Technical</a:t>
            </a:r>
            <a:r>
              <a:rPr spc="-30"/>
              <a:t> </a:t>
            </a:r>
            <a:r>
              <a:rPr spc="-10"/>
              <a:t>University</a:t>
            </a:r>
          </a:p>
          <a:p>
            <a:pPr algn="ctr">
              <a:lnSpc>
                <a:spcPct val="100000"/>
              </a:lnSpc>
              <a:spcBef>
                <a:spcPts val="355"/>
              </a:spcBef>
            </a:pPr>
            <a:r>
              <a:rPr sz="1400"/>
              <a:t>Lucknow,</a:t>
            </a:r>
            <a:r>
              <a:rPr sz="1400" spc="-30"/>
              <a:t> </a:t>
            </a:r>
            <a:r>
              <a:rPr sz="1400"/>
              <a:t>Uttar</a:t>
            </a:r>
            <a:r>
              <a:rPr sz="1400" spc="-20"/>
              <a:t> </a:t>
            </a:r>
            <a:r>
              <a:rPr sz="1400" spc="-10"/>
              <a:t>Pradesh</a:t>
            </a:r>
            <a:endParaRPr sz="1400"/>
          </a:p>
        </p:txBody>
      </p:sp>
      <p:sp>
        <p:nvSpPr>
          <p:cNvPr id="3" name="object 3"/>
          <p:cNvSpPr txBox="1">
            <a:spLocks noGrp="1"/>
          </p:cNvSpPr>
          <p:nvPr>
            <p:ph type="body" idx="1"/>
          </p:nvPr>
        </p:nvSpPr>
        <p:spPr>
          <a:xfrm>
            <a:off x="24172" y="2675426"/>
            <a:ext cx="7024907" cy="2601353"/>
          </a:xfrm>
          <a:prstGeom prst="rect">
            <a:avLst/>
          </a:prstGeom>
        </p:spPr>
        <p:txBody>
          <a:bodyPr vert="horz" wrap="square" lIns="0" tIns="12700" rIns="0" bIns="0" rtlCol="0" anchor="t">
            <a:spAutoFit/>
          </a:bodyPr>
          <a:lstStyle/>
          <a:p>
            <a:pPr marL="1059815" marR="1047750" algn="ctr">
              <a:lnSpc>
                <a:spcPct val="110900"/>
              </a:lnSpc>
              <a:spcBef>
                <a:spcPts val="100"/>
              </a:spcBef>
            </a:pPr>
            <a:r>
              <a:t>A</a:t>
            </a:r>
            <a:r>
              <a:rPr spc="-15"/>
              <a:t> </a:t>
            </a:r>
            <a:r>
              <a:t>Mini</a:t>
            </a:r>
            <a:r>
              <a:rPr spc="-5"/>
              <a:t> </a:t>
            </a:r>
            <a:r>
              <a:t>Project</a:t>
            </a:r>
            <a:r>
              <a:rPr spc="-10"/>
              <a:t> Report </a:t>
            </a:r>
            <a:r>
              <a:rPr spc="-25"/>
              <a:t>on</a:t>
            </a:r>
            <a:r>
              <a:rPr lang="en-US" spc="-25"/>
              <a:t>   </a:t>
            </a:r>
            <a:r>
              <a:t>“</a:t>
            </a:r>
            <a:r>
              <a:rPr lang="en-US"/>
              <a:t>Personal Portfolio</a:t>
            </a:r>
            <a:r>
              <a:rPr spc="-10"/>
              <a:t>”</a:t>
            </a:r>
            <a:endParaRPr lang="en-US"/>
          </a:p>
          <a:p>
            <a:pPr algn="ctr">
              <a:spcBef>
                <a:spcPts val="1295"/>
              </a:spcBef>
            </a:pPr>
            <a:r>
              <a:rPr lang="en-US" b="0" i="1"/>
              <a:t>                     </a:t>
            </a:r>
            <a:r>
              <a:rPr b="0" i="1">
                <a:latin typeface="Times New Roman"/>
                <a:cs typeface="Times New Roman"/>
              </a:rPr>
              <a:t>Submitted</a:t>
            </a:r>
            <a:r>
              <a:rPr b="0" i="1" spc="-45">
                <a:latin typeface="Times New Roman"/>
                <a:cs typeface="Times New Roman"/>
              </a:rPr>
              <a:t> </a:t>
            </a:r>
            <a:r>
              <a:rPr b="0" i="1">
                <a:latin typeface="Times New Roman"/>
                <a:cs typeface="Times New Roman"/>
              </a:rPr>
              <a:t>in</a:t>
            </a:r>
            <a:r>
              <a:rPr b="0" i="1" spc="-50">
                <a:latin typeface="Times New Roman"/>
                <a:cs typeface="Times New Roman"/>
              </a:rPr>
              <a:t> </a:t>
            </a:r>
            <a:r>
              <a:rPr b="0" i="1">
                <a:latin typeface="Times New Roman"/>
                <a:cs typeface="Times New Roman"/>
              </a:rPr>
              <a:t>partial</a:t>
            </a:r>
            <a:r>
              <a:rPr b="0" i="1" spc="-35">
                <a:latin typeface="Times New Roman"/>
                <a:cs typeface="Times New Roman"/>
              </a:rPr>
              <a:t> </a:t>
            </a:r>
            <a:r>
              <a:rPr b="0" i="1">
                <a:latin typeface="Times New Roman"/>
                <a:cs typeface="Times New Roman"/>
              </a:rPr>
              <a:t>fulfillment</a:t>
            </a:r>
            <a:r>
              <a:rPr b="0" i="1" spc="-30">
                <a:latin typeface="Times New Roman"/>
                <a:cs typeface="Times New Roman"/>
              </a:rPr>
              <a:t> </a:t>
            </a:r>
            <a:r>
              <a:rPr b="0" i="1">
                <a:latin typeface="Times New Roman"/>
                <a:cs typeface="Times New Roman"/>
              </a:rPr>
              <a:t>of</a:t>
            </a:r>
            <a:r>
              <a:rPr b="0" i="1" spc="-30">
                <a:latin typeface="Times New Roman"/>
                <a:cs typeface="Times New Roman"/>
              </a:rPr>
              <a:t> </a:t>
            </a:r>
            <a:r>
              <a:rPr b="0" i="1">
                <a:latin typeface="Times New Roman"/>
                <a:cs typeface="Times New Roman"/>
              </a:rPr>
              <a:t>the</a:t>
            </a:r>
            <a:r>
              <a:rPr b="0" i="1" spc="-50">
                <a:latin typeface="Times New Roman"/>
                <a:cs typeface="Times New Roman"/>
              </a:rPr>
              <a:t> </a:t>
            </a:r>
            <a:r>
              <a:rPr b="0" i="1">
                <a:latin typeface="Times New Roman"/>
                <a:cs typeface="Times New Roman"/>
              </a:rPr>
              <a:t>requirement</a:t>
            </a:r>
            <a:r>
              <a:rPr b="0" i="1" spc="-30">
                <a:latin typeface="Times New Roman"/>
                <a:cs typeface="Times New Roman"/>
              </a:rPr>
              <a:t> </a:t>
            </a:r>
            <a:r>
              <a:rPr b="0" i="1" spc="-25">
                <a:latin typeface="Times New Roman"/>
                <a:cs typeface="Times New Roman"/>
              </a:rPr>
              <a:t>for</a:t>
            </a:r>
          </a:p>
          <a:p>
            <a:pPr marL="7620" algn="ctr">
              <a:spcBef>
                <a:spcPts val="204"/>
              </a:spcBef>
            </a:pPr>
            <a:r>
              <a:rPr lang="en-US"/>
              <a:t>                </a:t>
            </a:r>
            <a:r>
              <a:t>Mini</a:t>
            </a:r>
            <a:r>
              <a:rPr spc="-15"/>
              <a:t> </a:t>
            </a:r>
            <a:r>
              <a:t>Project</a:t>
            </a:r>
            <a:r>
              <a:rPr spc="-10"/>
              <a:t> </a:t>
            </a:r>
            <a:r>
              <a:t>(BCC351)</a:t>
            </a:r>
            <a:r>
              <a:rPr spc="-45"/>
              <a:t> </a:t>
            </a:r>
            <a:r>
              <a:t>of</a:t>
            </a:r>
            <a:r>
              <a:rPr spc="-15"/>
              <a:t> </a:t>
            </a:r>
            <a:r>
              <a:t>III</a:t>
            </a:r>
            <a:r>
              <a:rPr spc="-25"/>
              <a:t> </a:t>
            </a:r>
            <a:r>
              <a:rPr lang="en-US" spc="-10"/>
              <a:t>semester</a:t>
            </a:r>
          </a:p>
          <a:p>
            <a:pPr algn="ctr">
              <a:spcBef>
                <a:spcPts val="210"/>
              </a:spcBef>
            </a:pPr>
            <a:endParaRPr lang="en-US"/>
          </a:p>
          <a:p>
            <a:pPr algn="ctr">
              <a:spcBef>
                <a:spcPts val="210"/>
              </a:spcBef>
            </a:pPr>
            <a:r>
              <a:rPr lang="en-US"/>
              <a:t>       Bachelor</a:t>
            </a:r>
            <a:r>
              <a:rPr spc="-20"/>
              <a:t> </a:t>
            </a:r>
            <a:r>
              <a:t>of</a:t>
            </a:r>
            <a:r>
              <a:rPr spc="-10"/>
              <a:t> Technology</a:t>
            </a:r>
            <a:endParaRPr lang="en-US" spc="-10"/>
          </a:p>
          <a:p>
            <a:pPr algn="ctr">
              <a:spcBef>
                <a:spcPts val="210"/>
              </a:spcBef>
            </a:pPr>
            <a:r>
              <a:rPr lang="en-US" spc="-10"/>
              <a:t>  </a:t>
            </a:r>
            <a:r>
              <a:rPr spc="-25"/>
              <a:t>in</a:t>
            </a:r>
            <a:endParaRPr spc="-10"/>
          </a:p>
          <a:p>
            <a:pPr marL="5715" algn="ctr">
              <a:spcBef>
                <a:spcPts val="165"/>
              </a:spcBef>
            </a:pPr>
            <a:r>
              <a:rPr lang="en-US"/>
              <a:t>   </a:t>
            </a:r>
            <a:r>
              <a:t>Computer</a:t>
            </a:r>
            <a:r>
              <a:rPr spc="-15"/>
              <a:t> </a:t>
            </a:r>
            <a:r>
              <a:t>Science</a:t>
            </a:r>
            <a:r>
              <a:rPr spc="-20"/>
              <a:t> </a:t>
            </a:r>
            <a:r>
              <a:t>&amp;</a:t>
            </a:r>
            <a:r>
              <a:rPr spc="-15"/>
              <a:t> </a:t>
            </a:r>
            <a:r>
              <a:rPr spc="-10"/>
              <a:t>Engineering</a:t>
            </a:r>
          </a:p>
          <a:p>
            <a:pPr algn="ctr">
              <a:lnSpc>
                <a:spcPct val="100000"/>
              </a:lnSpc>
              <a:spcBef>
                <a:spcPts val="455"/>
              </a:spcBef>
            </a:pPr>
            <a:r>
              <a:t>(Data</a:t>
            </a:r>
            <a:r>
              <a:rPr spc="-5"/>
              <a:t> </a:t>
            </a:r>
            <a:r>
              <a:rPr spc="-10"/>
              <a:t>Science)</a:t>
            </a:r>
          </a:p>
          <a:p>
            <a:pPr algn="ctr">
              <a:lnSpc>
                <a:spcPct val="100000"/>
              </a:lnSpc>
              <a:spcBef>
                <a:spcPts val="420"/>
              </a:spcBef>
            </a:pPr>
            <a:endParaRPr spc="-10"/>
          </a:p>
          <a:p>
            <a:pPr marL="6985" algn="ctr">
              <a:lnSpc>
                <a:spcPct val="100000"/>
              </a:lnSpc>
            </a:pPr>
            <a:r>
              <a:rPr b="0" i="1">
                <a:latin typeface="Times New Roman"/>
                <a:cs typeface="Times New Roman"/>
              </a:rPr>
              <a:t>Submitted</a:t>
            </a:r>
            <a:r>
              <a:rPr b="0" i="1" spc="-60">
                <a:latin typeface="Times New Roman"/>
                <a:cs typeface="Times New Roman"/>
              </a:rPr>
              <a:t> </a:t>
            </a:r>
            <a:r>
              <a:rPr b="0" i="1" spc="-35">
                <a:latin typeface="Times New Roman"/>
                <a:cs typeface="Times New Roman"/>
              </a:rPr>
              <a:t>By</a:t>
            </a:r>
          </a:p>
        </p:txBody>
      </p:sp>
      <p:graphicFrame>
        <p:nvGraphicFramePr>
          <p:cNvPr id="4" name="object 4"/>
          <p:cNvGraphicFramePr>
            <a:graphicFrameLocks noGrp="1"/>
          </p:cNvGraphicFramePr>
          <p:nvPr>
            <p:extLst>
              <p:ext uri="{D42A27DB-BD31-4B8C-83A1-F6EECF244321}">
                <p14:modId xmlns:p14="http://schemas.microsoft.com/office/powerpoint/2010/main" val="483113842"/>
              </p:ext>
            </p:extLst>
          </p:nvPr>
        </p:nvGraphicFramePr>
        <p:xfrm>
          <a:off x="1267523" y="5490650"/>
          <a:ext cx="4308406" cy="731714"/>
        </p:xfrm>
        <a:graphic>
          <a:graphicData uri="http://schemas.openxmlformats.org/drawingml/2006/table">
            <a:tbl>
              <a:tblPr firstRow="1" bandRow="1">
                <a:tableStyleId>{2D5ABB26-0587-4C30-8999-92F81FD0307C}</a:tableStyleId>
              </a:tblPr>
              <a:tblGrid>
                <a:gridCol w="2165523">
                  <a:extLst>
                    <a:ext uri="{9D8B030D-6E8A-4147-A177-3AD203B41FA5}">
                      <a16:colId xmlns:a16="http://schemas.microsoft.com/office/drawing/2014/main" val="20000"/>
                    </a:ext>
                  </a:extLst>
                </a:gridCol>
                <a:gridCol w="2142883">
                  <a:extLst>
                    <a:ext uri="{9D8B030D-6E8A-4147-A177-3AD203B41FA5}">
                      <a16:colId xmlns:a16="http://schemas.microsoft.com/office/drawing/2014/main" val="20001"/>
                    </a:ext>
                  </a:extLst>
                </a:gridCol>
              </a:tblGrid>
              <a:tr h="405787">
                <a:tc>
                  <a:txBody>
                    <a:bodyPr/>
                    <a:lstStyle/>
                    <a:p>
                      <a:pPr marL="31750">
                        <a:lnSpc>
                          <a:spcPts val="1465"/>
                        </a:lnSpc>
                      </a:pPr>
                      <a:r>
                        <a:rPr lang="en-IN" sz="1200" b="1">
                          <a:latin typeface="Times New Roman"/>
                          <a:cs typeface="Times New Roman"/>
                        </a:rPr>
                        <a:t>Student </a:t>
                      </a:r>
                      <a:r>
                        <a:rPr lang="en-IN" sz="1200" b="1" spc="-10">
                          <a:latin typeface="Times New Roman"/>
                          <a:cs typeface="Times New Roman"/>
                        </a:rPr>
                        <a:t>name</a:t>
                      </a:r>
                      <a:r>
                        <a:rPr lang="en-US" sz="1200" b="1" spc="-10">
                          <a:latin typeface="Times New Roman"/>
                          <a:cs typeface="Times New Roman"/>
                        </a:rPr>
                        <a:t>:- Omkar Singh</a:t>
                      </a:r>
                    </a:p>
                    <a:p>
                      <a:pPr marL="31750" lvl="0" indent="0" algn="l">
                        <a:buNone/>
                      </a:pPr>
                      <a:r>
                        <a:rPr lang="en-US" sz="1200" b="1" i="0" u="none" strike="noStrike" spc="-10" baseline="0" noProof="0">
                          <a:solidFill>
                            <a:srgbClr val="000000"/>
                          </a:solidFill>
                          <a:latin typeface="Times New Roman"/>
                        </a:rPr>
                        <a:t>Student name:-Udaybhan Patel</a:t>
                      </a:r>
                    </a:p>
                    <a:p>
                      <a:pPr marL="31750" lvl="0">
                        <a:lnSpc>
                          <a:spcPts val="1465"/>
                        </a:lnSpc>
                        <a:buNone/>
                      </a:pPr>
                      <a:r>
                        <a:rPr lang="en-US" sz="1200" b="1" i="0" u="none" strike="noStrike" spc="-10" baseline="0" noProof="0">
                          <a:solidFill>
                            <a:srgbClr val="000000"/>
                          </a:solidFill>
                          <a:latin typeface="Times New Roman"/>
                        </a:rPr>
                        <a:t>Student name:-Vishal Kushwaha</a:t>
                      </a:r>
                      <a:endParaRPr lang="en-US" sz="1200">
                        <a:latin typeface="Times New Roman"/>
                      </a:endParaRPr>
                    </a:p>
                  </a:txBody>
                  <a:tcPr marL="0" marR="0" marT="0" marB="0"/>
                </a:tc>
                <a:tc>
                  <a:txBody>
                    <a:bodyPr/>
                    <a:lstStyle/>
                    <a:p>
                      <a:pPr marR="24130" algn="r">
                        <a:lnSpc>
                          <a:spcPts val="1465"/>
                        </a:lnSpc>
                      </a:pPr>
                      <a:r>
                        <a:rPr lang="en-US" sz="1200" b="1">
                          <a:latin typeface="Times New Roman"/>
                          <a:cs typeface="Times New Roman"/>
                        </a:rPr>
                        <a:t>Roll</a:t>
                      </a:r>
                      <a:r>
                        <a:rPr lang="en-US" sz="1200" b="1" spc="-15">
                          <a:latin typeface="Times New Roman"/>
                          <a:cs typeface="Times New Roman"/>
                        </a:rPr>
                        <a:t> </a:t>
                      </a:r>
                      <a:r>
                        <a:rPr lang="en-US" sz="1200" b="1" spc="-10">
                          <a:latin typeface="Times New Roman"/>
                          <a:cs typeface="Times New Roman"/>
                        </a:rPr>
                        <a:t>Number:-2305251540036</a:t>
                      </a:r>
                    </a:p>
                    <a:p>
                      <a:pPr marR="24130" lvl="0" algn="r">
                        <a:lnSpc>
                          <a:spcPts val="1465"/>
                        </a:lnSpc>
                        <a:buNone/>
                      </a:pPr>
                      <a:r>
                        <a:rPr lang="en-US" sz="1200" b="1" i="0" u="none" strike="noStrike" spc="-10" noProof="0">
                          <a:solidFill>
                            <a:srgbClr val="000000"/>
                          </a:solidFill>
                          <a:latin typeface="Times New Roman"/>
                        </a:rPr>
                        <a:t>Roll Number:-2305251540064</a:t>
                      </a:r>
                    </a:p>
                    <a:p>
                      <a:pPr marR="24130" lvl="0" algn="r">
                        <a:lnSpc>
                          <a:spcPts val="1465"/>
                        </a:lnSpc>
                        <a:buNone/>
                      </a:pPr>
                      <a:r>
                        <a:rPr lang="en-US" sz="1200" b="1" i="0" u="none" strike="noStrike" spc="-10" noProof="0">
                          <a:solidFill>
                            <a:srgbClr val="000000"/>
                          </a:solidFill>
                          <a:latin typeface="Times New Roman"/>
                        </a:rPr>
                        <a:t>Roll Number:-2305251540065</a:t>
                      </a:r>
                      <a:endParaRPr lang="en-US" sz="1200" b="1">
                        <a:latin typeface="Times New Roman"/>
                      </a:endParaRPr>
                    </a:p>
                  </a:txBody>
                  <a:tcPr marL="0" marR="0" marT="0" marB="0"/>
                </a:tc>
                <a:extLst>
                  <a:ext uri="{0D108BD9-81ED-4DB2-BD59-A6C34878D82A}">
                    <a16:rowId xmlns:a16="http://schemas.microsoft.com/office/drawing/2014/main" val="10000"/>
                  </a:ext>
                </a:extLst>
              </a:tr>
              <a:tr h="172152">
                <a:tc>
                  <a:txBody>
                    <a:bodyPr/>
                    <a:lstStyle/>
                    <a:p>
                      <a:pPr marL="31750">
                        <a:lnSpc>
                          <a:spcPts val="1465"/>
                        </a:lnSpc>
                      </a:pPr>
                      <a:endParaRPr lang="en-US" sz="1000" b="1" spc="-10">
                        <a:latin typeface="Arial"/>
                        <a:cs typeface="Times New Roman"/>
                      </a:endParaRPr>
                    </a:p>
                  </a:txBody>
                  <a:tcPr marL="0" marR="0" marT="0" marB="0"/>
                </a:tc>
                <a:tc>
                  <a:txBody>
                    <a:bodyPr/>
                    <a:lstStyle/>
                    <a:p>
                      <a:pPr marR="24130" algn="r">
                        <a:lnSpc>
                          <a:spcPts val="1465"/>
                        </a:lnSpc>
                      </a:pPr>
                      <a:endParaRPr lang="en-US" sz="1000" b="1" spc="-10">
                        <a:latin typeface="Arial"/>
                        <a:cs typeface="Times New Roman"/>
                      </a:endParaRPr>
                    </a:p>
                  </a:txBody>
                  <a:tcPr marL="0" marR="0" marT="0" marB="0"/>
                </a:tc>
                <a:extLst>
                  <a:ext uri="{0D108BD9-81ED-4DB2-BD59-A6C34878D82A}">
                    <a16:rowId xmlns:a16="http://schemas.microsoft.com/office/drawing/2014/main" val="10001"/>
                  </a:ext>
                </a:extLst>
              </a:tr>
            </a:tbl>
          </a:graphicData>
        </a:graphic>
      </p:graphicFrame>
      <p:sp>
        <p:nvSpPr>
          <p:cNvPr id="5" name="object 5"/>
          <p:cNvSpPr txBox="1"/>
          <p:nvPr/>
        </p:nvSpPr>
        <p:spPr>
          <a:xfrm>
            <a:off x="2201279" y="8314881"/>
            <a:ext cx="3981532" cy="2802690"/>
          </a:xfrm>
          <a:prstGeom prst="rect">
            <a:avLst/>
          </a:prstGeom>
        </p:spPr>
        <p:txBody>
          <a:bodyPr vert="horz" wrap="square" lIns="0" tIns="13970" rIns="0" bIns="0" rtlCol="0" anchor="t">
            <a:spAutoFit/>
          </a:bodyPr>
          <a:lstStyle/>
          <a:p>
            <a:pPr algn="ctr">
              <a:spcBef>
                <a:spcPts val="5"/>
              </a:spcBef>
            </a:pPr>
            <a:r>
              <a:rPr lang="en-US" b="1" spc="-25" dirty="0">
                <a:latin typeface="Times New Roman"/>
                <a:cs typeface="Times New Roman"/>
              </a:rPr>
              <a:t>Buddha Institute of Technology</a:t>
            </a:r>
            <a:endParaRPr lang="en-US" spc="-25" dirty="0">
              <a:latin typeface="Times New Roman"/>
              <a:cs typeface="Times New Roman"/>
            </a:endParaRPr>
          </a:p>
          <a:p>
            <a:pPr marL="12065" marR="5080" algn="ctr">
              <a:lnSpc>
                <a:spcPct val="122300"/>
              </a:lnSpc>
            </a:pPr>
            <a:r>
              <a:rPr lang="en-US" sz="1400" b="1" spc="-25" dirty="0">
                <a:latin typeface="Times New Roman"/>
                <a:cs typeface="Times New Roman"/>
              </a:rPr>
              <a:t>Department of Computer Science &amp; Engineering (Data Science)</a:t>
            </a:r>
            <a:endParaRPr lang="en-US" sz="1400" spc="-25" dirty="0">
              <a:latin typeface="Times New Roman"/>
              <a:cs typeface="Times New Roman"/>
            </a:endParaRPr>
          </a:p>
          <a:p>
            <a:pPr algn="ctr">
              <a:spcBef>
                <a:spcPts val="384"/>
              </a:spcBef>
            </a:pPr>
            <a:r>
              <a:rPr lang="en-US" sz="1400" b="1" spc="-25" dirty="0">
                <a:latin typeface="Times New Roman"/>
                <a:cs typeface="Times New Roman"/>
              </a:rPr>
              <a:t>2024-25</a:t>
            </a:r>
            <a:endParaRPr lang="en-US" sz="1400" spc="-25" dirty="0">
              <a:latin typeface="Times New Roman"/>
              <a:cs typeface="Times New Roman"/>
            </a:endParaRPr>
          </a:p>
          <a:p>
            <a:pPr marL="699770" marR="1393190" algn="ctr">
              <a:lnSpc>
                <a:spcPct val="122900"/>
              </a:lnSpc>
              <a:spcBef>
                <a:spcPts val="110"/>
              </a:spcBef>
            </a:pPr>
            <a:endParaRPr lang="en-US" sz="1400" i="1" spc="-25" dirty="0">
              <a:latin typeface="Times New Roman"/>
              <a:cs typeface="Times New Roman"/>
            </a:endParaRPr>
          </a:p>
          <a:p>
            <a:pPr marL="699770" marR="1393190" algn="ctr">
              <a:lnSpc>
                <a:spcPct val="122900"/>
              </a:lnSpc>
              <a:spcBef>
                <a:spcPts val="110"/>
              </a:spcBef>
            </a:pPr>
            <a:endParaRPr lang="en-US" sz="1400" i="1" spc="-25" dirty="0">
              <a:latin typeface="Times New Roman"/>
              <a:cs typeface="Times New Roman"/>
            </a:endParaRPr>
          </a:p>
          <a:p>
            <a:pPr marL="699770" marR="1393190" algn="ctr">
              <a:lnSpc>
                <a:spcPct val="122900"/>
              </a:lnSpc>
              <a:spcBef>
                <a:spcPts val="110"/>
              </a:spcBef>
            </a:pPr>
            <a:endParaRPr lang="en-US" sz="1400" i="1" spc="-25" dirty="0">
              <a:latin typeface="Times New Roman"/>
              <a:cs typeface="Times New Roman"/>
            </a:endParaRPr>
          </a:p>
          <a:p>
            <a:pPr marL="699770" marR="1393190" algn="ctr">
              <a:lnSpc>
                <a:spcPct val="122900"/>
              </a:lnSpc>
              <a:spcBef>
                <a:spcPts val="110"/>
              </a:spcBef>
            </a:pPr>
            <a:endParaRPr lang="en-US" sz="1400" b="1" spc="-25"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1450"/>
              </a:spcBef>
            </a:pPr>
            <a:endParaRPr sz="1400" dirty="0">
              <a:latin typeface="Times New Roman"/>
              <a:cs typeface="Times New Roman"/>
            </a:endParaRPr>
          </a:p>
        </p:txBody>
      </p:sp>
      <p:pic>
        <p:nvPicPr>
          <p:cNvPr id="6" name="object 6"/>
          <p:cNvPicPr/>
          <p:nvPr/>
        </p:nvPicPr>
        <p:blipFill>
          <a:blip r:embed="rId2" cstate="print"/>
          <a:stretch>
            <a:fillRect/>
          </a:stretch>
        </p:blipFill>
        <p:spPr>
          <a:xfrm>
            <a:off x="3627120" y="1962657"/>
            <a:ext cx="532764" cy="532130"/>
          </a:xfrm>
          <a:prstGeom prst="rect">
            <a:avLst/>
          </a:prstGeom>
        </p:spPr>
      </p:pic>
      <p:pic>
        <p:nvPicPr>
          <p:cNvPr id="7" name="object 7"/>
          <p:cNvPicPr/>
          <p:nvPr/>
        </p:nvPicPr>
        <p:blipFill>
          <a:blip r:embed="rId3" cstate="print"/>
          <a:stretch>
            <a:fillRect/>
          </a:stretch>
        </p:blipFill>
        <p:spPr>
          <a:xfrm>
            <a:off x="1255772" y="8316074"/>
            <a:ext cx="928700" cy="779195"/>
          </a:xfrm>
          <a:prstGeom prst="rect">
            <a:avLst/>
          </a:prstGeom>
        </p:spPr>
      </p:pic>
      <p:sp>
        <p:nvSpPr>
          <p:cNvPr id="8" name="TextBox 7">
            <a:extLst>
              <a:ext uri="{FF2B5EF4-FFF2-40B4-BE49-F238E27FC236}">
                <a16:creationId xmlns:a16="http://schemas.microsoft.com/office/drawing/2014/main" id="{440E3ADA-B0E7-B0F7-AF4B-0E80FE8C0B43}"/>
              </a:ext>
            </a:extLst>
          </p:cNvPr>
          <p:cNvSpPr txBox="1"/>
          <p:nvPr/>
        </p:nvSpPr>
        <p:spPr>
          <a:xfrm>
            <a:off x="1984860" y="6425661"/>
            <a:ext cx="3042476"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t>Under the Guidance of</a:t>
            </a:r>
            <a:endParaRPr lang="en-US" sz="1400"/>
          </a:p>
          <a:p>
            <a:pPr algn="ctr"/>
            <a:r>
              <a:rPr lang="en-US" sz="1400" b="1">
                <a:latin typeface="Times New Roman"/>
                <a:cs typeface="Times New Roman"/>
              </a:rPr>
              <a:t>Ms. Pallavi Dixit</a:t>
            </a:r>
          </a:p>
          <a:p>
            <a:pPr algn="ctr"/>
            <a:r>
              <a:rPr lang="en-US" sz="1400" b="1">
                <a:solidFill>
                  <a:schemeClr val="tx1"/>
                </a:solidFill>
                <a:latin typeface="Times New Roman"/>
                <a:cs typeface="Times New Roman"/>
              </a:rPr>
              <a:t>Assistant Professor</a:t>
            </a:r>
            <a:endParaRPr lang="en-US" b="1">
              <a:solidFill>
                <a:schemeClr val="tx1"/>
              </a:solidFill>
              <a:latin typeface="Times New Roman"/>
              <a:cs typeface="Times New Roman"/>
            </a:endParaRPr>
          </a:p>
          <a:p>
            <a:pPr algn="ctr"/>
            <a:r>
              <a:rPr lang="en-US" sz="1400" b="1">
                <a:latin typeface="Times New Roman"/>
                <a:cs typeface="Times New Roman"/>
              </a:rPr>
              <a:t>Dept. of CSE(DS) </a:t>
            </a:r>
            <a:endParaRPr lang="en-US" sz="1400">
              <a:latin typeface="Times New Roman"/>
              <a:cs typeface="Times New Roman"/>
            </a:endParaRPr>
          </a:p>
          <a:p>
            <a:pPr algn="l"/>
            <a:endParaRPr lang="en-US"/>
          </a:p>
        </p:txBody>
      </p:sp>
      <p:sp>
        <p:nvSpPr>
          <p:cNvPr id="10" name="TextBox 9">
            <a:extLst>
              <a:ext uri="{FF2B5EF4-FFF2-40B4-BE49-F238E27FC236}">
                <a16:creationId xmlns:a16="http://schemas.microsoft.com/office/drawing/2014/main" id="{FA1FF90E-A313-E4E1-8273-CBA3D5BA0707}"/>
              </a:ext>
            </a:extLst>
          </p:cNvPr>
          <p:cNvSpPr txBox="1"/>
          <p:nvPr/>
        </p:nvSpPr>
        <p:spPr>
          <a:xfrm>
            <a:off x="7049079" y="10201394"/>
            <a:ext cx="3886200" cy="369332"/>
          </a:xfrm>
          <a:prstGeom prst="rect">
            <a:avLst/>
          </a:prstGeom>
          <a:noFill/>
        </p:spPr>
        <p:txBody>
          <a:bodyPr wrap="square">
            <a:spAutoFit/>
          </a:bodyPr>
          <a:lstStyle/>
          <a:p>
            <a:r>
              <a:rPr lang="en-US" dirty="0">
                <a:latin typeface="Times New Roman"/>
                <a:cs typeface="Times New Roman"/>
              </a:rPr>
              <a:t>I</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17219" y="381000"/>
            <a:ext cx="6539230" cy="9290050"/>
            <a:chOff x="617219" y="381000"/>
            <a:chExt cx="6539230" cy="9290050"/>
          </a:xfrm>
        </p:grpSpPr>
        <p:sp>
          <p:nvSpPr>
            <p:cNvPr id="3" name="object 3"/>
            <p:cNvSpPr/>
            <p:nvPr/>
          </p:nvSpPr>
          <p:spPr>
            <a:xfrm>
              <a:off x="617220" y="380999"/>
              <a:ext cx="6539230" cy="9290050"/>
            </a:xfrm>
            <a:custGeom>
              <a:avLst/>
              <a:gdLst/>
              <a:ahLst/>
              <a:cxnLst/>
              <a:rect l="l" t="t" r="r" b="b"/>
              <a:pathLst>
                <a:path w="6539230" h="9290050">
                  <a:moveTo>
                    <a:pt x="6492240" y="46990"/>
                  </a:moveTo>
                  <a:lnTo>
                    <a:pt x="6482715" y="46990"/>
                  </a:lnTo>
                  <a:lnTo>
                    <a:pt x="6482715" y="57150"/>
                  </a:lnTo>
                  <a:lnTo>
                    <a:pt x="6482715" y="9234170"/>
                  </a:lnTo>
                  <a:lnTo>
                    <a:pt x="56515" y="9234170"/>
                  </a:lnTo>
                  <a:lnTo>
                    <a:pt x="56515" y="57150"/>
                  </a:lnTo>
                  <a:lnTo>
                    <a:pt x="6482715" y="57150"/>
                  </a:lnTo>
                  <a:lnTo>
                    <a:pt x="6482715" y="46990"/>
                  </a:lnTo>
                  <a:lnTo>
                    <a:pt x="46990" y="46990"/>
                  </a:lnTo>
                  <a:lnTo>
                    <a:pt x="46990" y="57150"/>
                  </a:lnTo>
                  <a:lnTo>
                    <a:pt x="46990" y="9234170"/>
                  </a:lnTo>
                  <a:lnTo>
                    <a:pt x="46990" y="9243060"/>
                  </a:lnTo>
                  <a:lnTo>
                    <a:pt x="6492240" y="9243060"/>
                  </a:lnTo>
                  <a:lnTo>
                    <a:pt x="6492240" y="9234170"/>
                  </a:lnTo>
                  <a:lnTo>
                    <a:pt x="6492240" y="57150"/>
                  </a:lnTo>
                  <a:lnTo>
                    <a:pt x="6492240" y="56527"/>
                  </a:lnTo>
                  <a:lnTo>
                    <a:pt x="6492240" y="46990"/>
                  </a:lnTo>
                  <a:close/>
                </a:path>
                <a:path w="6539230" h="9290050">
                  <a:moveTo>
                    <a:pt x="6539230" y="0"/>
                  </a:moveTo>
                  <a:lnTo>
                    <a:pt x="6501130" y="0"/>
                  </a:lnTo>
                  <a:lnTo>
                    <a:pt x="6501130" y="38100"/>
                  </a:lnTo>
                  <a:lnTo>
                    <a:pt x="6501130" y="9251950"/>
                  </a:lnTo>
                  <a:lnTo>
                    <a:pt x="38100" y="9251950"/>
                  </a:lnTo>
                  <a:lnTo>
                    <a:pt x="38100" y="38100"/>
                  </a:lnTo>
                  <a:lnTo>
                    <a:pt x="6501130" y="38100"/>
                  </a:lnTo>
                  <a:lnTo>
                    <a:pt x="6501130" y="0"/>
                  </a:lnTo>
                  <a:lnTo>
                    <a:pt x="0" y="0"/>
                  </a:lnTo>
                  <a:lnTo>
                    <a:pt x="0" y="38100"/>
                  </a:lnTo>
                  <a:lnTo>
                    <a:pt x="0" y="9251950"/>
                  </a:lnTo>
                  <a:lnTo>
                    <a:pt x="0" y="9290050"/>
                  </a:lnTo>
                  <a:lnTo>
                    <a:pt x="6539230" y="9290050"/>
                  </a:lnTo>
                  <a:lnTo>
                    <a:pt x="6539230" y="9251950"/>
                  </a:lnTo>
                  <a:lnTo>
                    <a:pt x="6539230"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3428365" y="1401394"/>
              <a:ext cx="928687" cy="779195"/>
            </a:xfrm>
            <a:prstGeom prst="rect">
              <a:avLst/>
            </a:prstGeom>
          </p:spPr>
        </p:pic>
      </p:grpSp>
      <p:sp>
        <p:nvSpPr>
          <p:cNvPr id="5" name="object 5"/>
          <p:cNvSpPr txBox="1"/>
          <p:nvPr/>
        </p:nvSpPr>
        <p:spPr>
          <a:xfrm>
            <a:off x="893204" y="2341917"/>
            <a:ext cx="5972175" cy="4261744"/>
          </a:xfrm>
          <a:prstGeom prst="rect">
            <a:avLst/>
          </a:prstGeom>
        </p:spPr>
        <p:txBody>
          <a:bodyPr vert="horz" wrap="square" lIns="0" tIns="56515" rIns="0" bIns="0" rtlCol="0" anchor="ctr">
            <a:spAutoFit/>
          </a:bodyPr>
          <a:lstStyle/>
          <a:p>
            <a:pPr algn="ctr">
              <a:spcBef>
                <a:spcPts val="445"/>
              </a:spcBef>
            </a:pPr>
            <a:r>
              <a:rPr sz="2000" b="1" dirty="0">
                <a:latin typeface="Times New Roman"/>
                <a:cs typeface="Times New Roman"/>
              </a:rPr>
              <a:t>BUDDHA</a:t>
            </a:r>
            <a:r>
              <a:rPr sz="2000" b="1" spc="-50" dirty="0">
                <a:latin typeface="Times New Roman"/>
                <a:cs typeface="Times New Roman"/>
              </a:rPr>
              <a:t> </a:t>
            </a:r>
            <a:r>
              <a:rPr sz="2000" b="1" dirty="0">
                <a:latin typeface="Times New Roman"/>
                <a:cs typeface="Times New Roman"/>
              </a:rPr>
              <a:t>INSTITUTE</a:t>
            </a:r>
            <a:r>
              <a:rPr sz="2000" b="1" spc="-45" dirty="0">
                <a:latin typeface="Times New Roman"/>
                <a:cs typeface="Times New Roman"/>
              </a:rPr>
              <a:t> </a:t>
            </a:r>
            <a:r>
              <a:rPr sz="2000" b="1" dirty="0">
                <a:latin typeface="Times New Roman"/>
                <a:cs typeface="Times New Roman"/>
              </a:rPr>
              <a:t>OF</a:t>
            </a:r>
            <a:r>
              <a:rPr sz="2000" b="1" spc="-65" dirty="0">
                <a:latin typeface="Times New Roman"/>
                <a:cs typeface="Times New Roman"/>
              </a:rPr>
              <a:t> </a:t>
            </a:r>
            <a:r>
              <a:rPr lang="en-US" sz="2000" b="1" spc="-10" dirty="0">
                <a:latin typeface="Times New Roman"/>
                <a:cs typeface="Times New Roman"/>
              </a:rPr>
              <a:t>TECHNOLOGY  </a:t>
            </a:r>
            <a:r>
              <a:rPr lang="en-US" sz="1600" b="1" spc="-10" dirty="0">
                <a:latin typeface="Times New Roman"/>
                <a:cs typeface="Times New Roman"/>
              </a:rPr>
              <a:t>Department</a:t>
            </a:r>
            <a:r>
              <a:rPr sz="1600" b="1" spc="-50" dirty="0">
                <a:latin typeface="Times New Roman"/>
                <a:cs typeface="Times New Roman"/>
              </a:rPr>
              <a:t> </a:t>
            </a:r>
            <a:r>
              <a:rPr sz="1600" b="1" dirty="0">
                <a:latin typeface="Times New Roman"/>
                <a:cs typeface="Times New Roman"/>
              </a:rPr>
              <a:t>of</a:t>
            </a:r>
            <a:r>
              <a:rPr sz="1600" b="1" spc="-30" dirty="0">
                <a:latin typeface="Times New Roman"/>
                <a:cs typeface="Times New Roman"/>
              </a:rPr>
              <a:t> </a:t>
            </a:r>
            <a:r>
              <a:rPr sz="1600" b="1" dirty="0">
                <a:latin typeface="Times New Roman"/>
                <a:cs typeface="Times New Roman"/>
              </a:rPr>
              <a:t>Computer</a:t>
            </a:r>
            <a:r>
              <a:rPr sz="1600" b="1" spc="-25" dirty="0">
                <a:latin typeface="Times New Roman"/>
                <a:cs typeface="Times New Roman"/>
              </a:rPr>
              <a:t> </a:t>
            </a:r>
            <a:r>
              <a:rPr sz="1600" b="1" dirty="0">
                <a:latin typeface="Times New Roman"/>
                <a:cs typeface="Times New Roman"/>
              </a:rPr>
              <a:t>Science</a:t>
            </a:r>
            <a:r>
              <a:rPr sz="1600" b="1" spc="-10" dirty="0">
                <a:latin typeface="Times New Roman"/>
                <a:cs typeface="Times New Roman"/>
              </a:rPr>
              <a:t> </a:t>
            </a:r>
            <a:r>
              <a:rPr sz="1600" b="1" dirty="0">
                <a:latin typeface="Times New Roman"/>
                <a:cs typeface="Times New Roman"/>
              </a:rPr>
              <a:t>&amp;</a:t>
            </a:r>
            <a:r>
              <a:rPr sz="1600" b="1" spc="-25" dirty="0">
                <a:latin typeface="Times New Roman"/>
                <a:cs typeface="Times New Roman"/>
              </a:rPr>
              <a:t> </a:t>
            </a:r>
            <a:r>
              <a:rPr sz="1600" b="1" spc="-10" dirty="0">
                <a:latin typeface="Times New Roman"/>
                <a:cs typeface="Times New Roman"/>
              </a:rPr>
              <a:t>Engineering </a:t>
            </a:r>
            <a:endParaRPr lang="en-US" sz="1600" dirty="0">
              <a:latin typeface="Times New Roman"/>
              <a:cs typeface="Times New Roman"/>
            </a:endParaRPr>
          </a:p>
          <a:p>
            <a:pPr algn="ctr">
              <a:spcBef>
                <a:spcPts val="445"/>
              </a:spcBef>
            </a:pPr>
            <a:r>
              <a:rPr lang="en-US" sz="1600" b="1" spc="-10" dirty="0">
                <a:latin typeface="Times New Roman"/>
                <a:cs typeface="Times New Roman"/>
              </a:rPr>
              <a:t>(Data Science)</a:t>
            </a:r>
            <a:endParaRPr dirty="0"/>
          </a:p>
          <a:p>
            <a:pPr marL="864235" marR="867410" algn="ctr">
              <a:lnSpc>
                <a:spcPct val="113799"/>
              </a:lnSpc>
            </a:pPr>
            <a:endParaRPr sz="1600" b="1" spc="-10" dirty="0">
              <a:latin typeface="Times New Roman"/>
              <a:cs typeface="Times New Roman"/>
            </a:endParaRPr>
          </a:p>
          <a:p>
            <a:pPr>
              <a:spcBef>
                <a:spcPts val="1525"/>
              </a:spcBef>
            </a:pPr>
            <a:endParaRPr lang="en-US" sz="1600" dirty="0">
              <a:latin typeface="Times New Roman"/>
              <a:cs typeface="Times New Roman"/>
            </a:endParaRPr>
          </a:p>
          <a:p>
            <a:pPr marR="29845" algn="ctr">
              <a:lnSpc>
                <a:spcPct val="100000"/>
              </a:lnSpc>
            </a:pPr>
            <a:r>
              <a:rPr sz="1800" b="1" spc="90" dirty="0">
                <a:latin typeface="Times New Roman"/>
                <a:cs typeface="Times New Roman"/>
              </a:rPr>
              <a:t>CERTIFICATE</a:t>
            </a:r>
            <a:endParaRPr sz="1800" dirty="0">
              <a:latin typeface="Times New Roman"/>
              <a:cs typeface="Times New Roman"/>
            </a:endParaRPr>
          </a:p>
          <a:p>
            <a:pPr algn="l">
              <a:lnSpc>
                <a:spcPct val="100000"/>
              </a:lnSpc>
              <a:spcBef>
                <a:spcPts val="1370"/>
              </a:spcBef>
            </a:pPr>
            <a:endParaRPr sz="1800" dirty="0">
              <a:latin typeface="Times New Roman"/>
              <a:cs typeface="Times New Roman"/>
            </a:endParaRPr>
          </a:p>
          <a:p>
            <a:pPr marL="12700" marR="5080" algn="just">
              <a:lnSpc>
                <a:spcPct val="150000"/>
              </a:lnSpc>
              <a:spcBef>
                <a:spcPts val="5"/>
              </a:spcBef>
            </a:pPr>
            <a:r>
              <a:rPr sz="1400" dirty="0">
                <a:latin typeface="Times New Roman"/>
                <a:cs typeface="Times New Roman"/>
              </a:rPr>
              <a:t>This is</a:t>
            </a:r>
            <a:r>
              <a:rPr sz="1400" spc="10" dirty="0">
                <a:latin typeface="Times New Roman"/>
                <a:cs typeface="Times New Roman"/>
              </a:rPr>
              <a:t> </a:t>
            </a:r>
            <a:r>
              <a:rPr sz="1400" dirty="0">
                <a:latin typeface="Times New Roman"/>
                <a:cs typeface="Times New Roman"/>
              </a:rPr>
              <a:t>to</a:t>
            </a:r>
            <a:r>
              <a:rPr sz="1400" spc="20" dirty="0">
                <a:latin typeface="Times New Roman"/>
                <a:cs typeface="Times New Roman"/>
              </a:rPr>
              <a:t> </a:t>
            </a:r>
            <a:r>
              <a:rPr sz="1400" dirty="0">
                <a:latin typeface="Times New Roman"/>
                <a:cs typeface="Times New Roman"/>
              </a:rPr>
              <a:t>certify</a:t>
            </a:r>
            <a:r>
              <a:rPr sz="1400" spc="-10" dirty="0">
                <a:latin typeface="Times New Roman"/>
                <a:cs typeface="Times New Roman"/>
              </a:rPr>
              <a:t> </a:t>
            </a:r>
            <a:r>
              <a:rPr sz="1400" dirty="0">
                <a:latin typeface="Times New Roman"/>
                <a:cs typeface="Times New Roman"/>
              </a:rPr>
              <a:t>that</a:t>
            </a:r>
            <a:r>
              <a:rPr sz="1400" spc="1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Mini</a:t>
            </a:r>
            <a:r>
              <a:rPr sz="1400" spc="10" dirty="0">
                <a:latin typeface="Times New Roman"/>
                <a:cs typeface="Times New Roman"/>
              </a:rPr>
              <a:t> </a:t>
            </a:r>
            <a:r>
              <a:rPr sz="1400" dirty="0">
                <a:latin typeface="Times New Roman"/>
                <a:cs typeface="Times New Roman"/>
              </a:rPr>
              <a:t>Project</a:t>
            </a:r>
            <a:r>
              <a:rPr sz="1400" spc="5" dirty="0">
                <a:latin typeface="Times New Roman"/>
                <a:cs typeface="Times New Roman"/>
              </a:rPr>
              <a:t> </a:t>
            </a:r>
            <a:r>
              <a:rPr sz="1400" dirty="0">
                <a:latin typeface="Times New Roman"/>
                <a:cs typeface="Times New Roman"/>
              </a:rPr>
              <a:t>entitled</a:t>
            </a:r>
            <a:r>
              <a:rPr sz="1400" spc="10" dirty="0">
                <a:latin typeface="Times New Roman"/>
                <a:cs typeface="Times New Roman"/>
              </a:rPr>
              <a:t> </a:t>
            </a:r>
            <a:r>
              <a:rPr sz="1400" b="1" dirty="0">
                <a:latin typeface="Times New Roman"/>
                <a:cs typeface="Times New Roman"/>
              </a:rPr>
              <a:t>“</a:t>
            </a:r>
            <a:r>
              <a:rPr lang="en-US" sz="1400" b="1" dirty="0">
                <a:latin typeface="Times New Roman"/>
                <a:cs typeface="Times New Roman"/>
              </a:rPr>
              <a:t>Personal Portfolio</a:t>
            </a:r>
            <a:r>
              <a:rPr sz="1400" b="1" dirty="0">
                <a:latin typeface="Times New Roman"/>
                <a:cs typeface="Times New Roman"/>
              </a:rPr>
              <a:t>”</a:t>
            </a:r>
            <a:r>
              <a:rPr sz="1400" b="1" spc="20" dirty="0">
                <a:latin typeface="Times New Roman"/>
                <a:cs typeface="Times New Roman"/>
              </a:rPr>
              <a:t> </a:t>
            </a:r>
            <a:r>
              <a:rPr sz="1400" dirty="0">
                <a:latin typeface="Times New Roman"/>
                <a:cs typeface="Times New Roman"/>
              </a:rPr>
              <a:t>carried</a:t>
            </a:r>
            <a:r>
              <a:rPr sz="1400" spc="10" dirty="0">
                <a:latin typeface="Times New Roman"/>
                <a:cs typeface="Times New Roman"/>
              </a:rPr>
              <a:t> </a:t>
            </a:r>
            <a:r>
              <a:rPr sz="1400" dirty="0">
                <a:latin typeface="Times New Roman"/>
                <a:cs typeface="Times New Roman"/>
              </a:rPr>
              <a:t>out</a:t>
            </a:r>
            <a:r>
              <a:rPr sz="1400" spc="15" dirty="0">
                <a:latin typeface="Times New Roman"/>
                <a:cs typeface="Times New Roman"/>
              </a:rPr>
              <a:t> </a:t>
            </a:r>
            <a:r>
              <a:rPr sz="1400" spc="-25" dirty="0">
                <a:latin typeface="Times New Roman"/>
                <a:cs typeface="Times New Roman"/>
              </a:rPr>
              <a:t>by</a:t>
            </a:r>
            <a:r>
              <a:rPr lang="en-IN" sz="1400" spc="-25" dirty="0">
                <a:latin typeface="Times New Roman"/>
                <a:cs typeface="Times New Roman"/>
              </a:rPr>
              <a:t>  “Omkar Singh (23052521540036)”,   ”Udaybhan  Patel (2305251540064)",    </a:t>
            </a:r>
            <a:endParaRPr lang="en-IN" sz="1400" dirty="0">
              <a:latin typeface="Times New Roman"/>
              <a:cs typeface="Times New Roman"/>
            </a:endParaRPr>
          </a:p>
          <a:p>
            <a:pPr marL="12700" marR="5080" algn="just">
              <a:lnSpc>
                <a:spcPct val="150000"/>
              </a:lnSpc>
              <a:spcBef>
                <a:spcPts val="5"/>
              </a:spcBef>
            </a:pPr>
            <a:r>
              <a:rPr lang="en-IN" sz="1400" spc="-25" dirty="0">
                <a:latin typeface="Times New Roman"/>
                <a:cs typeface="Times New Roman"/>
              </a:rPr>
              <a:t>"Vishal Kushwaha (2305251540065)",</a:t>
            </a:r>
            <a:r>
              <a:rPr sz="1400" dirty="0">
                <a:latin typeface="Times New Roman"/>
                <a:cs typeface="Times New Roman"/>
              </a:rPr>
              <a:t>as</a:t>
            </a:r>
            <a:r>
              <a:rPr sz="1400" spc="245" dirty="0">
                <a:latin typeface="Times New Roman"/>
                <a:cs typeface="Times New Roman"/>
              </a:rPr>
              <a:t> </a:t>
            </a:r>
            <a:r>
              <a:rPr sz="1400" dirty="0">
                <a:latin typeface="Times New Roman"/>
                <a:cs typeface="Times New Roman"/>
              </a:rPr>
              <a:t>a</a:t>
            </a:r>
            <a:r>
              <a:rPr sz="1400" spc="125" dirty="0">
                <a:latin typeface="Times New Roman"/>
                <a:cs typeface="Times New Roman"/>
              </a:rPr>
              <a:t> </a:t>
            </a:r>
            <a:r>
              <a:rPr sz="1400" spc="-10" dirty="0">
                <a:latin typeface="Times New Roman"/>
                <a:cs typeface="Times New Roman"/>
              </a:rPr>
              <a:t>partial </a:t>
            </a:r>
            <a:r>
              <a:rPr sz="1400" dirty="0">
                <a:latin typeface="Times New Roman"/>
                <a:cs typeface="Times New Roman"/>
              </a:rPr>
              <a:t>fulfillment</a:t>
            </a:r>
            <a:r>
              <a:rPr sz="1400" spc="190" dirty="0">
                <a:latin typeface="Times New Roman"/>
                <a:cs typeface="Times New Roman"/>
              </a:rPr>
              <a:t> </a:t>
            </a:r>
            <a:r>
              <a:rPr sz="1400" dirty="0">
                <a:latin typeface="Times New Roman"/>
                <a:cs typeface="Times New Roman"/>
              </a:rPr>
              <a:t>for</a:t>
            </a:r>
            <a:r>
              <a:rPr sz="1400" spc="190" dirty="0">
                <a:latin typeface="Times New Roman"/>
                <a:cs typeface="Times New Roman"/>
              </a:rPr>
              <a:t> </a:t>
            </a:r>
            <a:r>
              <a:rPr sz="1400" dirty="0">
                <a:latin typeface="Times New Roman"/>
                <a:cs typeface="Times New Roman"/>
              </a:rPr>
              <a:t>the</a:t>
            </a:r>
            <a:r>
              <a:rPr sz="1400" spc="190" dirty="0">
                <a:latin typeface="Times New Roman"/>
                <a:cs typeface="Times New Roman"/>
              </a:rPr>
              <a:t> </a:t>
            </a:r>
            <a:r>
              <a:rPr sz="1400" dirty="0">
                <a:latin typeface="Times New Roman"/>
                <a:cs typeface="Times New Roman"/>
              </a:rPr>
              <a:t>award</a:t>
            </a:r>
            <a:r>
              <a:rPr sz="1400" spc="190" dirty="0">
                <a:latin typeface="Times New Roman"/>
                <a:cs typeface="Times New Roman"/>
              </a:rPr>
              <a:t> </a:t>
            </a:r>
            <a:r>
              <a:rPr sz="1400" dirty="0">
                <a:latin typeface="Times New Roman"/>
                <a:cs typeface="Times New Roman"/>
              </a:rPr>
              <a:t>of</a:t>
            </a:r>
            <a:r>
              <a:rPr sz="1400" spc="200" dirty="0">
                <a:latin typeface="Times New Roman"/>
                <a:cs typeface="Times New Roman"/>
              </a:rPr>
              <a:t> </a:t>
            </a:r>
            <a:r>
              <a:rPr sz="1400" dirty="0">
                <a:latin typeface="Times New Roman"/>
                <a:cs typeface="Times New Roman"/>
              </a:rPr>
              <a:t>Bachelor’s</a:t>
            </a:r>
            <a:r>
              <a:rPr sz="1400" spc="185" dirty="0">
                <a:latin typeface="Times New Roman"/>
                <a:cs typeface="Times New Roman"/>
              </a:rPr>
              <a:t> </a:t>
            </a:r>
            <a:r>
              <a:rPr sz="1400" dirty="0">
                <a:latin typeface="Times New Roman"/>
                <a:cs typeface="Times New Roman"/>
              </a:rPr>
              <a:t>Degree</a:t>
            </a:r>
            <a:r>
              <a:rPr sz="1400" spc="195" dirty="0">
                <a:latin typeface="Times New Roman"/>
                <a:cs typeface="Times New Roman"/>
              </a:rPr>
              <a:t> </a:t>
            </a:r>
            <a:r>
              <a:rPr sz="1400" dirty="0">
                <a:latin typeface="Times New Roman"/>
                <a:cs typeface="Times New Roman"/>
              </a:rPr>
              <a:t>in</a:t>
            </a:r>
            <a:r>
              <a:rPr sz="1400" spc="190" dirty="0">
                <a:latin typeface="Times New Roman"/>
                <a:cs typeface="Times New Roman"/>
              </a:rPr>
              <a:t> </a:t>
            </a:r>
            <a:r>
              <a:rPr sz="1400" dirty="0">
                <a:latin typeface="Times New Roman"/>
                <a:cs typeface="Times New Roman"/>
              </a:rPr>
              <a:t>Computer</a:t>
            </a:r>
            <a:r>
              <a:rPr sz="1400" spc="185" dirty="0">
                <a:latin typeface="Times New Roman"/>
                <a:cs typeface="Times New Roman"/>
              </a:rPr>
              <a:t> </a:t>
            </a:r>
            <a:r>
              <a:rPr sz="1400" dirty="0">
                <a:latin typeface="Times New Roman"/>
                <a:cs typeface="Times New Roman"/>
              </a:rPr>
              <a:t>Science</a:t>
            </a:r>
            <a:r>
              <a:rPr sz="1400" spc="185" dirty="0">
                <a:latin typeface="Times New Roman"/>
                <a:cs typeface="Times New Roman"/>
              </a:rPr>
              <a:t> </a:t>
            </a:r>
            <a:r>
              <a:rPr sz="1400" dirty="0">
                <a:latin typeface="Times New Roman"/>
                <a:cs typeface="Times New Roman"/>
              </a:rPr>
              <a:t>and</a:t>
            </a:r>
            <a:r>
              <a:rPr sz="1400" spc="185" dirty="0">
                <a:latin typeface="Times New Roman"/>
                <a:cs typeface="Times New Roman"/>
              </a:rPr>
              <a:t> </a:t>
            </a:r>
            <a:r>
              <a:rPr sz="1400" spc="-10" dirty="0">
                <a:latin typeface="Times New Roman"/>
                <a:cs typeface="Times New Roman"/>
              </a:rPr>
              <a:t>Engineering </a:t>
            </a:r>
            <a:r>
              <a:rPr sz="1400" dirty="0">
                <a:latin typeface="Times New Roman"/>
                <a:cs typeface="Times New Roman"/>
              </a:rPr>
              <a:t>(Data</a:t>
            </a:r>
            <a:r>
              <a:rPr sz="1400" spc="235" dirty="0">
                <a:latin typeface="Times New Roman"/>
                <a:cs typeface="Times New Roman"/>
              </a:rPr>
              <a:t> </a:t>
            </a:r>
            <a:r>
              <a:rPr sz="1400" dirty="0">
                <a:latin typeface="Times New Roman"/>
                <a:cs typeface="Times New Roman"/>
              </a:rPr>
              <a:t>Science)</a:t>
            </a:r>
            <a:r>
              <a:rPr sz="1400" spc="240" dirty="0">
                <a:latin typeface="Times New Roman"/>
                <a:cs typeface="Times New Roman"/>
              </a:rPr>
              <a:t> </a:t>
            </a:r>
            <a:r>
              <a:rPr sz="1400" dirty="0">
                <a:latin typeface="Times New Roman"/>
                <a:cs typeface="Times New Roman"/>
              </a:rPr>
              <a:t>for</a:t>
            </a:r>
            <a:r>
              <a:rPr sz="1400" spc="240" dirty="0">
                <a:latin typeface="Times New Roman"/>
                <a:cs typeface="Times New Roman"/>
              </a:rPr>
              <a:t> </a:t>
            </a:r>
            <a:r>
              <a:rPr sz="1400" dirty="0">
                <a:latin typeface="Times New Roman"/>
                <a:cs typeface="Times New Roman"/>
              </a:rPr>
              <a:t>Mini</a:t>
            </a:r>
            <a:r>
              <a:rPr sz="1400" spc="245" dirty="0">
                <a:latin typeface="Times New Roman"/>
                <a:cs typeface="Times New Roman"/>
              </a:rPr>
              <a:t> </a:t>
            </a:r>
            <a:r>
              <a:rPr sz="1400" dirty="0">
                <a:latin typeface="Times New Roman"/>
                <a:cs typeface="Times New Roman"/>
              </a:rPr>
              <a:t>Project</a:t>
            </a:r>
            <a:r>
              <a:rPr sz="1400" spc="240" dirty="0">
                <a:latin typeface="Times New Roman"/>
                <a:cs typeface="Times New Roman"/>
              </a:rPr>
              <a:t> </a:t>
            </a:r>
            <a:r>
              <a:rPr sz="1400" dirty="0">
                <a:latin typeface="Times New Roman"/>
                <a:cs typeface="Times New Roman"/>
              </a:rPr>
              <a:t>[BCC351]</a:t>
            </a:r>
            <a:r>
              <a:rPr sz="1400" spc="254" dirty="0">
                <a:latin typeface="Times New Roman"/>
                <a:cs typeface="Times New Roman"/>
              </a:rPr>
              <a:t> </a:t>
            </a:r>
            <a:r>
              <a:rPr sz="1400" dirty="0">
                <a:latin typeface="Times New Roman"/>
                <a:cs typeface="Times New Roman"/>
              </a:rPr>
              <a:t>as</a:t>
            </a:r>
            <a:r>
              <a:rPr sz="1400" spc="235" dirty="0">
                <a:latin typeface="Times New Roman"/>
                <a:cs typeface="Times New Roman"/>
              </a:rPr>
              <a:t> </a:t>
            </a:r>
            <a:r>
              <a:rPr sz="1400" dirty="0">
                <a:latin typeface="Times New Roman"/>
                <a:cs typeface="Times New Roman"/>
              </a:rPr>
              <a:t>prescribed</a:t>
            </a:r>
            <a:r>
              <a:rPr sz="1400" spc="254" dirty="0">
                <a:latin typeface="Times New Roman"/>
                <a:cs typeface="Times New Roman"/>
              </a:rPr>
              <a:t> </a:t>
            </a:r>
            <a:r>
              <a:rPr sz="1400" dirty="0">
                <a:latin typeface="Times New Roman"/>
                <a:cs typeface="Times New Roman"/>
              </a:rPr>
              <a:t>by</a:t>
            </a:r>
            <a:r>
              <a:rPr sz="1400" spc="225" dirty="0">
                <a:latin typeface="Times New Roman"/>
                <a:cs typeface="Times New Roman"/>
              </a:rPr>
              <a:t> </a:t>
            </a:r>
            <a:r>
              <a:rPr sz="1400" b="1" dirty="0">
                <a:latin typeface="Times New Roman"/>
                <a:cs typeface="Times New Roman"/>
              </a:rPr>
              <a:t>Dr.</a:t>
            </a:r>
            <a:r>
              <a:rPr sz="1400" b="1" spc="250" dirty="0">
                <a:latin typeface="Times New Roman"/>
                <a:cs typeface="Times New Roman"/>
              </a:rPr>
              <a:t> </a:t>
            </a:r>
            <a:r>
              <a:rPr sz="1400" b="1" dirty="0">
                <a:latin typeface="Times New Roman"/>
                <a:cs typeface="Times New Roman"/>
              </a:rPr>
              <a:t>APJ</a:t>
            </a:r>
            <a:r>
              <a:rPr sz="1400" b="1" spc="250" dirty="0">
                <a:latin typeface="Times New Roman"/>
                <a:cs typeface="Times New Roman"/>
              </a:rPr>
              <a:t> </a:t>
            </a:r>
            <a:r>
              <a:rPr sz="1400" b="1" dirty="0">
                <a:latin typeface="Times New Roman"/>
                <a:cs typeface="Times New Roman"/>
              </a:rPr>
              <a:t>Abdul</a:t>
            </a:r>
            <a:r>
              <a:rPr sz="1400" b="1" spc="250" dirty="0">
                <a:latin typeface="Times New Roman"/>
                <a:cs typeface="Times New Roman"/>
              </a:rPr>
              <a:t> </a:t>
            </a:r>
            <a:r>
              <a:rPr sz="1400" b="1" spc="-10" dirty="0">
                <a:latin typeface="Times New Roman"/>
                <a:cs typeface="Times New Roman"/>
              </a:rPr>
              <a:t>Kalam </a:t>
            </a:r>
            <a:r>
              <a:rPr sz="1400" b="1" dirty="0">
                <a:latin typeface="Times New Roman"/>
                <a:cs typeface="Times New Roman"/>
              </a:rPr>
              <a:t>Technical</a:t>
            </a:r>
            <a:r>
              <a:rPr sz="1400" b="1" spc="-10" dirty="0">
                <a:latin typeface="Times New Roman"/>
                <a:cs typeface="Times New Roman"/>
              </a:rPr>
              <a:t> </a:t>
            </a:r>
            <a:r>
              <a:rPr sz="1400" b="1" dirty="0">
                <a:latin typeface="Times New Roman"/>
                <a:cs typeface="Times New Roman"/>
              </a:rPr>
              <a:t>University,</a:t>
            </a:r>
            <a:r>
              <a:rPr sz="1400" b="1" spc="10" dirty="0">
                <a:latin typeface="Times New Roman"/>
                <a:cs typeface="Times New Roman"/>
              </a:rPr>
              <a:t> </a:t>
            </a:r>
            <a:r>
              <a:rPr sz="1400" b="1" dirty="0">
                <a:latin typeface="Times New Roman"/>
                <a:cs typeface="Times New Roman"/>
              </a:rPr>
              <a:t>Lucknow</a:t>
            </a:r>
            <a:r>
              <a:rPr sz="1400" b="1" spc="15" dirty="0">
                <a:latin typeface="Times New Roman"/>
                <a:cs typeface="Times New Roman"/>
              </a:rPr>
              <a:t> </a:t>
            </a:r>
            <a:r>
              <a:rPr sz="1400" dirty="0">
                <a:latin typeface="Times New Roman"/>
                <a:cs typeface="Times New Roman"/>
              </a:rPr>
              <a:t>during</a:t>
            </a:r>
            <a:r>
              <a:rPr sz="1400" spc="-20" dirty="0">
                <a:latin typeface="Times New Roman"/>
                <a:cs typeface="Times New Roman"/>
              </a:rPr>
              <a:t> </a:t>
            </a:r>
            <a:r>
              <a:rPr sz="1400" dirty="0">
                <a:latin typeface="Times New Roman"/>
                <a:cs typeface="Times New Roman"/>
              </a:rPr>
              <a:t>the</a:t>
            </a:r>
            <a:r>
              <a:rPr sz="1400" spc="20" dirty="0">
                <a:latin typeface="Times New Roman"/>
                <a:cs typeface="Times New Roman"/>
              </a:rPr>
              <a:t> </a:t>
            </a:r>
            <a:r>
              <a:rPr sz="1400" dirty="0">
                <a:latin typeface="Times New Roman"/>
                <a:cs typeface="Times New Roman"/>
              </a:rPr>
              <a:t>year</a:t>
            </a:r>
            <a:r>
              <a:rPr sz="1400" spc="-10" dirty="0">
                <a:latin typeface="Times New Roman"/>
                <a:cs typeface="Times New Roman"/>
              </a:rPr>
              <a:t> 2024-2025.</a:t>
            </a:r>
            <a:endParaRPr lang="en-IN" sz="1400" dirty="0">
              <a:latin typeface="Times New Roman"/>
              <a:cs typeface="Times New Roman"/>
            </a:endParaRPr>
          </a:p>
        </p:txBody>
      </p:sp>
      <p:graphicFrame>
        <p:nvGraphicFramePr>
          <p:cNvPr id="6" name="object 6"/>
          <p:cNvGraphicFramePr>
            <a:graphicFrameLocks noGrp="1"/>
          </p:cNvGraphicFramePr>
          <p:nvPr>
            <p:extLst>
              <p:ext uri="{D42A27DB-BD31-4B8C-83A1-F6EECF244321}">
                <p14:modId xmlns:p14="http://schemas.microsoft.com/office/powerpoint/2010/main" val="527727733"/>
              </p:ext>
            </p:extLst>
          </p:nvPr>
        </p:nvGraphicFramePr>
        <p:xfrm>
          <a:off x="1221275" y="7431683"/>
          <a:ext cx="5323204" cy="1392276"/>
        </p:xfrm>
        <a:graphic>
          <a:graphicData uri="http://schemas.openxmlformats.org/drawingml/2006/table">
            <a:tbl>
              <a:tblPr firstRow="1" bandRow="1">
                <a:tableStyleId>{2D5ABB26-0587-4C30-8999-92F81FD0307C}</a:tableStyleId>
              </a:tblPr>
              <a:tblGrid>
                <a:gridCol w="2744469">
                  <a:extLst>
                    <a:ext uri="{9D8B030D-6E8A-4147-A177-3AD203B41FA5}">
                      <a16:colId xmlns:a16="http://schemas.microsoft.com/office/drawing/2014/main" val="20000"/>
                    </a:ext>
                  </a:extLst>
                </a:gridCol>
                <a:gridCol w="2578735">
                  <a:extLst>
                    <a:ext uri="{9D8B030D-6E8A-4147-A177-3AD203B41FA5}">
                      <a16:colId xmlns:a16="http://schemas.microsoft.com/office/drawing/2014/main" val="20001"/>
                    </a:ext>
                  </a:extLst>
                </a:gridCol>
              </a:tblGrid>
              <a:tr h="248295">
                <a:tc>
                  <a:txBody>
                    <a:bodyPr/>
                    <a:lstStyle/>
                    <a:p>
                      <a:pPr marR="450215" algn="ctr">
                        <a:lnSpc>
                          <a:spcPts val="1415"/>
                        </a:lnSpc>
                      </a:pPr>
                      <a:r>
                        <a:rPr sz="1300" b="1">
                          <a:latin typeface="Times New Roman"/>
                          <a:cs typeface="Times New Roman"/>
                        </a:rPr>
                        <a:t>SIGNATURE</a:t>
                      </a:r>
                      <a:r>
                        <a:rPr sz="1300" b="1" spc="-30">
                          <a:latin typeface="Times New Roman"/>
                          <a:cs typeface="Times New Roman"/>
                        </a:rPr>
                        <a:t> </a:t>
                      </a:r>
                      <a:r>
                        <a:rPr sz="1300" b="1">
                          <a:latin typeface="Times New Roman"/>
                          <a:cs typeface="Times New Roman"/>
                        </a:rPr>
                        <a:t>OF</a:t>
                      </a:r>
                      <a:r>
                        <a:rPr sz="1300" b="1" spc="-35">
                          <a:latin typeface="Times New Roman"/>
                          <a:cs typeface="Times New Roman"/>
                        </a:rPr>
                        <a:t> </a:t>
                      </a:r>
                      <a:r>
                        <a:rPr sz="1300" b="1">
                          <a:latin typeface="Times New Roman"/>
                          <a:cs typeface="Times New Roman"/>
                        </a:rPr>
                        <a:t>THE</a:t>
                      </a:r>
                      <a:r>
                        <a:rPr sz="1300" b="1" spc="-35">
                          <a:latin typeface="Times New Roman"/>
                          <a:cs typeface="Times New Roman"/>
                        </a:rPr>
                        <a:t> </a:t>
                      </a:r>
                      <a:r>
                        <a:rPr sz="1300" b="1" spc="-10">
                          <a:latin typeface="Times New Roman"/>
                          <a:cs typeface="Times New Roman"/>
                        </a:rPr>
                        <a:t>GUIDE</a:t>
                      </a:r>
                      <a:endParaRPr sz="1300">
                        <a:latin typeface="Times New Roman"/>
                        <a:cs typeface="Times New Roman"/>
                      </a:endParaRPr>
                    </a:p>
                  </a:txBody>
                  <a:tcPr marL="0" marR="0" marT="0" marB="0"/>
                </a:tc>
                <a:tc>
                  <a:txBody>
                    <a:bodyPr/>
                    <a:lstStyle/>
                    <a:p>
                      <a:pPr marL="457200" algn="ctr">
                        <a:lnSpc>
                          <a:spcPts val="1415"/>
                        </a:lnSpc>
                      </a:pPr>
                      <a:r>
                        <a:rPr sz="1300" b="1">
                          <a:latin typeface="Times New Roman"/>
                          <a:cs typeface="Times New Roman"/>
                        </a:rPr>
                        <a:t>SIGNATURE</a:t>
                      </a:r>
                      <a:r>
                        <a:rPr sz="1300" b="1" spc="-30">
                          <a:latin typeface="Times New Roman"/>
                          <a:cs typeface="Times New Roman"/>
                        </a:rPr>
                        <a:t> </a:t>
                      </a:r>
                      <a:r>
                        <a:rPr sz="1300" b="1">
                          <a:latin typeface="Times New Roman"/>
                          <a:cs typeface="Times New Roman"/>
                        </a:rPr>
                        <a:t>OF</a:t>
                      </a:r>
                      <a:r>
                        <a:rPr sz="1300" b="1" spc="-35">
                          <a:latin typeface="Times New Roman"/>
                          <a:cs typeface="Times New Roman"/>
                        </a:rPr>
                        <a:t> </a:t>
                      </a:r>
                      <a:r>
                        <a:rPr sz="1300" b="1">
                          <a:latin typeface="Times New Roman"/>
                          <a:cs typeface="Times New Roman"/>
                        </a:rPr>
                        <a:t>THE</a:t>
                      </a:r>
                      <a:r>
                        <a:rPr sz="1300" b="1" spc="-35">
                          <a:latin typeface="Times New Roman"/>
                          <a:cs typeface="Times New Roman"/>
                        </a:rPr>
                        <a:t> </a:t>
                      </a:r>
                      <a:r>
                        <a:rPr sz="1300" b="1" spc="-25">
                          <a:latin typeface="Times New Roman"/>
                          <a:cs typeface="Times New Roman"/>
                        </a:rPr>
                        <a:t>HOD</a:t>
                      </a:r>
                      <a:endParaRPr sz="1300">
                        <a:latin typeface="Times New Roman"/>
                        <a:cs typeface="Times New Roman"/>
                      </a:endParaRPr>
                    </a:p>
                  </a:txBody>
                  <a:tcPr marL="0" marR="0" marT="0" marB="0"/>
                </a:tc>
                <a:extLst>
                  <a:ext uri="{0D108BD9-81ED-4DB2-BD59-A6C34878D82A}">
                    <a16:rowId xmlns:a16="http://schemas.microsoft.com/office/drawing/2014/main" val="10000"/>
                  </a:ext>
                </a:extLst>
              </a:tr>
              <a:tr h="305810">
                <a:tc>
                  <a:txBody>
                    <a:bodyPr/>
                    <a:lstStyle/>
                    <a:p>
                      <a:pPr marR="445770" algn="ctr">
                        <a:lnSpc>
                          <a:spcPct val="100000"/>
                        </a:lnSpc>
                        <a:spcBef>
                          <a:spcPts val="190"/>
                        </a:spcBef>
                      </a:pPr>
                      <a:r>
                        <a:rPr lang="en-US" sz="1400" b="1">
                          <a:latin typeface="Times New Roman"/>
                          <a:cs typeface="Times New Roman"/>
                        </a:rPr>
                        <a:t>Ms. Pallavi Dixit</a:t>
                      </a:r>
                      <a:endParaRPr sz="1400" b="1">
                        <a:latin typeface="Times New Roman"/>
                        <a:cs typeface="Times New Roman"/>
                      </a:endParaRPr>
                    </a:p>
                  </a:txBody>
                  <a:tcPr marL="0" marR="0" marT="24130" marB="0"/>
                </a:tc>
                <a:tc>
                  <a:txBody>
                    <a:bodyPr/>
                    <a:lstStyle/>
                    <a:p>
                      <a:pPr marL="459740" algn="ctr">
                        <a:lnSpc>
                          <a:spcPct val="100000"/>
                        </a:lnSpc>
                        <a:spcBef>
                          <a:spcPts val="190"/>
                        </a:spcBef>
                      </a:pPr>
                      <a:r>
                        <a:rPr sz="1400" b="1">
                          <a:latin typeface="Times New Roman"/>
                          <a:cs typeface="Times New Roman"/>
                        </a:rPr>
                        <a:t>Dr.</a:t>
                      </a:r>
                      <a:r>
                        <a:rPr sz="1400" b="1" spc="-30">
                          <a:latin typeface="Times New Roman"/>
                          <a:cs typeface="Times New Roman"/>
                        </a:rPr>
                        <a:t> </a:t>
                      </a:r>
                      <a:r>
                        <a:rPr sz="1400" b="1">
                          <a:latin typeface="Times New Roman"/>
                          <a:cs typeface="Times New Roman"/>
                        </a:rPr>
                        <a:t>Shashank</a:t>
                      </a:r>
                      <a:r>
                        <a:rPr sz="1400" b="1" spc="-45">
                          <a:latin typeface="Times New Roman"/>
                          <a:cs typeface="Times New Roman"/>
                        </a:rPr>
                        <a:t> </a:t>
                      </a:r>
                      <a:r>
                        <a:rPr sz="1400" b="1" spc="-10">
                          <a:latin typeface="Times New Roman"/>
                          <a:cs typeface="Times New Roman"/>
                        </a:rPr>
                        <a:t>Srivastav</a:t>
                      </a:r>
                      <a:endParaRPr sz="1400">
                        <a:latin typeface="Times New Roman"/>
                        <a:cs typeface="Times New Roman"/>
                      </a:endParaRPr>
                    </a:p>
                  </a:txBody>
                  <a:tcPr marL="0" marR="0" marT="24130" marB="0"/>
                </a:tc>
                <a:extLst>
                  <a:ext uri="{0D108BD9-81ED-4DB2-BD59-A6C34878D82A}">
                    <a16:rowId xmlns:a16="http://schemas.microsoft.com/office/drawing/2014/main" val="10001"/>
                  </a:ext>
                </a:extLst>
              </a:tr>
              <a:tr h="290379">
                <a:tc>
                  <a:txBody>
                    <a:bodyPr/>
                    <a:lstStyle/>
                    <a:p>
                      <a:pPr lvl="0" algn="ctr">
                        <a:lnSpc>
                          <a:spcPct val="100000"/>
                        </a:lnSpc>
                        <a:spcBef>
                          <a:spcPts val="0"/>
                        </a:spcBef>
                        <a:spcAft>
                          <a:spcPts val="0"/>
                        </a:spcAft>
                        <a:buNone/>
                      </a:pPr>
                      <a:r>
                        <a:rPr lang="en-US" sz="1400" b="1" i="0" u="none" strike="noStrike" noProof="0">
                          <a:solidFill>
                            <a:schemeClr val="tx1"/>
                          </a:solidFill>
                          <a:latin typeface="Times New Roman"/>
                        </a:rPr>
                        <a:t>Assistant Professor</a:t>
                      </a:r>
                      <a:endParaRPr lang="en-US" sz="1400" b="0" i="0" u="none" strike="noStrike" noProof="0">
                        <a:solidFill>
                          <a:srgbClr val="000000"/>
                        </a:solidFill>
                        <a:latin typeface="Times New Roman"/>
                      </a:endParaRPr>
                    </a:p>
                  </a:txBody>
                  <a:tcPr marL="0" marR="0" marT="18415" marB="0"/>
                </a:tc>
                <a:tc>
                  <a:txBody>
                    <a:bodyPr/>
                    <a:lstStyle/>
                    <a:p>
                      <a:pPr marL="459105" algn="ctr">
                        <a:lnSpc>
                          <a:spcPct val="100000"/>
                        </a:lnSpc>
                        <a:spcBef>
                          <a:spcPts val="145"/>
                        </a:spcBef>
                      </a:pPr>
                      <a:r>
                        <a:rPr sz="1300" b="1">
                          <a:latin typeface="Times New Roman"/>
                          <a:cs typeface="Times New Roman"/>
                        </a:rPr>
                        <a:t>Associate</a:t>
                      </a:r>
                      <a:r>
                        <a:rPr sz="1300" b="1" spc="-25">
                          <a:latin typeface="Times New Roman"/>
                          <a:cs typeface="Times New Roman"/>
                        </a:rPr>
                        <a:t> </a:t>
                      </a:r>
                      <a:r>
                        <a:rPr sz="1300" b="1">
                          <a:latin typeface="Times New Roman"/>
                          <a:cs typeface="Times New Roman"/>
                        </a:rPr>
                        <a:t>Professor</a:t>
                      </a:r>
                      <a:r>
                        <a:rPr sz="1300" b="1" spc="-40">
                          <a:latin typeface="Times New Roman"/>
                          <a:cs typeface="Times New Roman"/>
                        </a:rPr>
                        <a:t> </a:t>
                      </a:r>
                      <a:r>
                        <a:rPr sz="1300" b="1">
                          <a:latin typeface="Times New Roman"/>
                          <a:cs typeface="Times New Roman"/>
                        </a:rPr>
                        <a:t>&amp;</a:t>
                      </a:r>
                      <a:r>
                        <a:rPr sz="1300" b="1" spc="-20">
                          <a:latin typeface="Times New Roman"/>
                          <a:cs typeface="Times New Roman"/>
                        </a:rPr>
                        <a:t> </a:t>
                      </a:r>
                      <a:r>
                        <a:rPr sz="1300" b="1" spc="-10">
                          <a:latin typeface="Times New Roman"/>
                          <a:cs typeface="Times New Roman"/>
                        </a:rPr>
                        <a:t>Head,</a:t>
                      </a:r>
                      <a:endParaRPr sz="1300">
                        <a:latin typeface="Times New Roman"/>
                        <a:cs typeface="Times New Roman"/>
                      </a:endParaRPr>
                    </a:p>
                  </a:txBody>
                  <a:tcPr marL="0" marR="0" marT="18415" marB="0"/>
                </a:tc>
                <a:extLst>
                  <a:ext uri="{0D108BD9-81ED-4DB2-BD59-A6C34878D82A}">
                    <a16:rowId xmlns:a16="http://schemas.microsoft.com/office/drawing/2014/main" val="10002"/>
                  </a:ext>
                </a:extLst>
              </a:tr>
              <a:tr h="298094">
                <a:tc>
                  <a:txBody>
                    <a:bodyPr/>
                    <a:lstStyle/>
                    <a:p>
                      <a:pPr marR="447675" algn="ctr">
                        <a:lnSpc>
                          <a:spcPct val="100000"/>
                        </a:lnSpc>
                        <a:spcBef>
                          <a:spcPts val="200"/>
                        </a:spcBef>
                      </a:pPr>
                      <a:r>
                        <a:rPr sz="1300" b="1">
                          <a:latin typeface="Times New Roman"/>
                          <a:cs typeface="Times New Roman"/>
                        </a:rPr>
                        <a:t>Dept.</a:t>
                      </a:r>
                      <a:r>
                        <a:rPr sz="1300" b="1" spc="-30">
                          <a:latin typeface="Times New Roman"/>
                          <a:cs typeface="Times New Roman"/>
                        </a:rPr>
                        <a:t> </a:t>
                      </a:r>
                      <a:r>
                        <a:rPr sz="1300" b="1">
                          <a:latin typeface="Times New Roman"/>
                          <a:cs typeface="Times New Roman"/>
                        </a:rPr>
                        <a:t>of</a:t>
                      </a:r>
                      <a:r>
                        <a:rPr sz="1300" b="1" spc="-25">
                          <a:latin typeface="Times New Roman"/>
                          <a:cs typeface="Times New Roman"/>
                        </a:rPr>
                        <a:t> </a:t>
                      </a:r>
                      <a:r>
                        <a:rPr sz="1300" b="1" spc="-10">
                          <a:latin typeface="Times New Roman"/>
                          <a:cs typeface="Times New Roman"/>
                        </a:rPr>
                        <a:t>CSE(DS),</a:t>
                      </a:r>
                      <a:endParaRPr sz="1300">
                        <a:latin typeface="Times New Roman"/>
                        <a:cs typeface="Times New Roman"/>
                      </a:endParaRPr>
                    </a:p>
                  </a:txBody>
                  <a:tcPr marL="0" marR="0" marT="25400" marB="0"/>
                </a:tc>
                <a:tc>
                  <a:txBody>
                    <a:bodyPr/>
                    <a:lstStyle/>
                    <a:p>
                      <a:pPr marL="497840" algn="ctr">
                        <a:lnSpc>
                          <a:spcPct val="100000"/>
                        </a:lnSpc>
                        <a:spcBef>
                          <a:spcPts val="200"/>
                        </a:spcBef>
                      </a:pPr>
                      <a:r>
                        <a:rPr sz="1300" b="1">
                          <a:latin typeface="Times New Roman"/>
                          <a:cs typeface="Times New Roman"/>
                        </a:rPr>
                        <a:t>Dept.</a:t>
                      </a:r>
                      <a:r>
                        <a:rPr sz="1300" b="1" spc="-30">
                          <a:latin typeface="Times New Roman"/>
                          <a:cs typeface="Times New Roman"/>
                        </a:rPr>
                        <a:t> </a:t>
                      </a:r>
                      <a:r>
                        <a:rPr sz="1300" b="1">
                          <a:latin typeface="Times New Roman"/>
                          <a:cs typeface="Times New Roman"/>
                        </a:rPr>
                        <a:t>of</a:t>
                      </a:r>
                      <a:r>
                        <a:rPr sz="1300" b="1" spc="-25">
                          <a:latin typeface="Times New Roman"/>
                          <a:cs typeface="Times New Roman"/>
                        </a:rPr>
                        <a:t> </a:t>
                      </a:r>
                      <a:r>
                        <a:rPr sz="1300" b="1" spc="-10">
                          <a:latin typeface="Times New Roman"/>
                          <a:cs typeface="Times New Roman"/>
                        </a:rPr>
                        <a:t>CSE(DS),</a:t>
                      </a:r>
                      <a:endParaRPr sz="1300">
                        <a:latin typeface="Times New Roman"/>
                        <a:cs typeface="Times New Roman"/>
                      </a:endParaRPr>
                    </a:p>
                  </a:txBody>
                  <a:tcPr marL="0" marR="0" marT="25400" marB="0"/>
                </a:tc>
                <a:extLst>
                  <a:ext uri="{0D108BD9-81ED-4DB2-BD59-A6C34878D82A}">
                    <a16:rowId xmlns:a16="http://schemas.microsoft.com/office/drawing/2014/main" val="10003"/>
                  </a:ext>
                </a:extLst>
              </a:tr>
              <a:tr h="249698">
                <a:tc>
                  <a:txBody>
                    <a:bodyPr/>
                    <a:lstStyle/>
                    <a:p>
                      <a:pPr marR="449580" algn="ctr">
                        <a:lnSpc>
                          <a:spcPts val="1480"/>
                        </a:lnSpc>
                        <a:spcBef>
                          <a:spcPts val="200"/>
                        </a:spcBef>
                      </a:pPr>
                      <a:r>
                        <a:rPr sz="1300" b="1">
                          <a:latin typeface="Times New Roman"/>
                          <a:cs typeface="Times New Roman"/>
                        </a:rPr>
                        <a:t>BIT,</a:t>
                      </a:r>
                      <a:r>
                        <a:rPr sz="1300" b="1" spc="-25">
                          <a:latin typeface="Times New Roman"/>
                          <a:cs typeface="Times New Roman"/>
                        </a:rPr>
                        <a:t> </a:t>
                      </a:r>
                      <a:r>
                        <a:rPr sz="1300" b="1" spc="-10">
                          <a:latin typeface="Times New Roman"/>
                          <a:cs typeface="Times New Roman"/>
                        </a:rPr>
                        <a:t>Gorakhpur.</a:t>
                      </a:r>
                      <a:endParaRPr sz="1300">
                        <a:latin typeface="Times New Roman"/>
                        <a:cs typeface="Times New Roman"/>
                      </a:endParaRPr>
                    </a:p>
                  </a:txBody>
                  <a:tcPr marL="0" marR="0" marT="25400" marB="0"/>
                </a:tc>
                <a:tc>
                  <a:txBody>
                    <a:bodyPr/>
                    <a:lstStyle/>
                    <a:p>
                      <a:pPr marL="499745" algn="ctr">
                        <a:lnSpc>
                          <a:spcPts val="1480"/>
                        </a:lnSpc>
                        <a:spcBef>
                          <a:spcPts val="200"/>
                        </a:spcBef>
                      </a:pPr>
                      <a:r>
                        <a:rPr sz="1300" b="1" dirty="0">
                          <a:latin typeface="Times New Roman"/>
                          <a:cs typeface="Times New Roman"/>
                        </a:rPr>
                        <a:t>BIT,</a:t>
                      </a:r>
                      <a:r>
                        <a:rPr sz="1300" b="1" spc="-20" dirty="0">
                          <a:latin typeface="Times New Roman"/>
                          <a:cs typeface="Times New Roman"/>
                        </a:rPr>
                        <a:t> </a:t>
                      </a:r>
                      <a:r>
                        <a:rPr sz="1300" b="1" spc="-10" dirty="0">
                          <a:latin typeface="Times New Roman"/>
                          <a:cs typeface="Times New Roman"/>
                        </a:rPr>
                        <a:t>Gorakhpur.</a:t>
                      </a:r>
                      <a:endParaRPr sz="1300" dirty="0">
                        <a:latin typeface="Times New Roman"/>
                        <a:cs typeface="Times New Roman"/>
                      </a:endParaRPr>
                    </a:p>
                  </a:txBody>
                  <a:tcPr marL="0" marR="0" marT="25400" marB="0"/>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24566858-760F-DA39-EF4F-2C5BA7463362}"/>
              </a:ext>
            </a:extLst>
          </p:cNvPr>
          <p:cNvSpPr txBox="1"/>
          <p:nvPr/>
        </p:nvSpPr>
        <p:spPr>
          <a:xfrm>
            <a:off x="6865379" y="9733965"/>
            <a:ext cx="3886200" cy="369332"/>
          </a:xfrm>
          <a:prstGeom prst="rect">
            <a:avLst/>
          </a:prstGeom>
          <a:noFill/>
        </p:spPr>
        <p:txBody>
          <a:bodyPr wrap="square">
            <a:spAutoFit/>
          </a:bodyPr>
          <a:lstStyle/>
          <a:p>
            <a:r>
              <a:rPr lang="en-US" dirty="0">
                <a:latin typeface="Times New Roman"/>
                <a:cs typeface="Times New Roman"/>
              </a:rPr>
              <a:t>II</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8419" y="987960"/>
            <a:ext cx="6539230" cy="9290050"/>
            <a:chOff x="617219" y="381000"/>
            <a:chExt cx="6539230" cy="9290050"/>
          </a:xfrm>
        </p:grpSpPr>
        <p:sp>
          <p:nvSpPr>
            <p:cNvPr id="3" name="object 3"/>
            <p:cNvSpPr/>
            <p:nvPr/>
          </p:nvSpPr>
          <p:spPr>
            <a:xfrm>
              <a:off x="617220" y="380999"/>
              <a:ext cx="6539230" cy="9290050"/>
            </a:xfrm>
            <a:custGeom>
              <a:avLst/>
              <a:gdLst/>
              <a:ahLst/>
              <a:cxnLst/>
              <a:rect l="l" t="t" r="r" b="b"/>
              <a:pathLst>
                <a:path w="6539230" h="9290050">
                  <a:moveTo>
                    <a:pt x="6492240" y="46990"/>
                  </a:moveTo>
                  <a:lnTo>
                    <a:pt x="6482715" y="46990"/>
                  </a:lnTo>
                  <a:lnTo>
                    <a:pt x="6482715" y="57150"/>
                  </a:lnTo>
                  <a:lnTo>
                    <a:pt x="6482715" y="9234170"/>
                  </a:lnTo>
                  <a:lnTo>
                    <a:pt x="56515" y="9234170"/>
                  </a:lnTo>
                  <a:lnTo>
                    <a:pt x="56515" y="57150"/>
                  </a:lnTo>
                  <a:lnTo>
                    <a:pt x="6482715" y="57150"/>
                  </a:lnTo>
                  <a:lnTo>
                    <a:pt x="6482715" y="46990"/>
                  </a:lnTo>
                  <a:lnTo>
                    <a:pt x="46990" y="46990"/>
                  </a:lnTo>
                  <a:lnTo>
                    <a:pt x="46990" y="57150"/>
                  </a:lnTo>
                  <a:lnTo>
                    <a:pt x="46990" y="9234170"/>
                  </a:lnTo>
                  <a:lnTo>
                    <a:pt x="46990" y="9243060"/>
                  </a:lnTo>
                  <a:lnTo>
                    <a:pt x="6492240" y="9243060"/>
                  </a:lnTo>
                  <a:lnTo>
                    <a:pt x="6492240" y="9234170"/>
                  </a:lnTo>
                  <a:lnTo>
                    <a:pt x="6492240" y="57150"/>
                  </a:lnTo>
                  <a:lnTo>
                    <a:pt x="6492240" y="56527"/>
                  </a:lnTo>
                  <a:lnTo>
                    <a:pt x="6492240" y="46990"/>
                  </a:lnTo>
                  <a:close/>
                </a:path>
                <a:path w="6539230" h="9290050">
                  <a:moveTo>
                    <a:pt x="6539230" y="0"/>
                  </a:moveTo>
                  <a:lnTo>
                    <a:pt x="6501130" y="0"/>
                  </a:lnTo>
                  <a:lnTo>
                    <a:pt x="6501130" y="38100"/>
                  </a:lnTo>
                  <a:lnTo>
                    <a:pt x="6501130" y="9251950"/>
                  </a:lnTo>
                  <a:lnTo>
                    <a:pt x="38100" y="9251950"/>
                  </a:lnTo>
                  <a:lnTo>
                    <a:pt x="38100" y="38100"/>
                  </a:lnTo>
                  <a:lnTo>
                    <a:pt x="6501130" y="38100"/>
                  </a:lnTo>
                  <a:lnTo>
                    <a:pt x="6501130" y="0"/>
                  </a:lnTo>
                  <a:lnTo>
                    <a:pt x="0" y="0"/>
                  </a:lnTo>
                  <a:lnTo>
                    <a:pt x="0" y="38100"/>
                  </a:lnTo>
                  <a:lnTo>
                    <a:pt x="0" y="9251950"/>
                  </a:lnTo>
                  <a:lnTo>
                    <a:pt x="0" y="9290050"/>
                  </a:lnTo>
                  <a:lnTo>
                    <a:pt x="6539230" y="9290050"/>
                  </a:lnTo>
                  <a:lnTo>
                    <a:pt x="6539230" y="9251950"/>
                  </a:lnTo>
                  <a:lnTo>
                    <a:pt x="6539230"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3428365" y="1050874"/>
              <a:ext cx="928687" cy="779195"/>
            </a:xfrm>
            <a:prstGeom prst="rect">
              <a:avLst/>
            </a:prstGeom>
          </p:spPr>
        </p:pic>
      </p:grpSp>
      <p:sp>
        <p:nvSpPr>
          <p:cNvPr id="5" name="object 5"/>
          <p:cNvSpPr txBox="1"/>
          <p:nvPr/>
        </p:nvSpPr>
        <p:spPr>
          <a:xfrm>
            <a:off x="889812" y="2330890"/>
            <a:ext cx="5986780" cy="4524637"/>
          </a:xfrm>
          <a:prstGeom prst="rect">
            <a:avLst/>
          </a:prstGeom>
        </p:spPr>
        <p:txBody>
          <a:bodyPr vert="horz" wrap="square" lIns="0" tIns="56515" rIns="0" bIns="0" rtlCol="0" anchor="t">
            <a:spAutoFit/>
          </a:bodyPr>
          <a:lstStyle/>
          <a:p>
            <a:pPr marL="5715" algn="ctr">
              <a:lnSpc>
                <a:spcPct val="100000"/>
              </a:lnSpc>
              <a:spcBef>
                <a:spcPts val="445"/>
              </a:spcBef>
            </a:pPr>
            <a:r>
              <a:rPr sz="2000" b="1">
                <a:latin typeface="Times New Roman"/>
                <a:cs typeface="Times New Roman"/>
              </a:rPr>
              <a:t>BUDDHA</a:t>
            </a:r>
            <a:r>
              <a:rPr sz="2000" b="1" spc="-50">
                <a:latin typeface="Times New Roman"/>
                <a:cs typeface="Times New Roman"/>
              </a:rPr>
              <a:t> </a:t>
            </a:r>
            <a:r>
              <a:rPr sz="2000" b="1">
                <a:latin typeface="Times New Roman"/>
                <a:cs typeface="Times New Roman"/>
              </a:rPr>
              <a:t>INSTITUTE</a:t>
            </a:r>
            <a:r>
              <a:rPr sz="2000" b="1" spc="-45">
                <a:latin typeface="Times New Roman"/>
                <a:cs typeface="Times New Roman"/>
              </a:rPr>
              <a:t> </a:t>
            </a:r>
            <a:r>
              <a:rPr sz="2000" b="1">
                <a:latin typeface="Times New Roman"/>
                <a:cs typeface="Times New Roman"/>
              </a:rPr>
              <a:t>OF</a:t>
            </a:r>
            <a:r>
              <a:rPr sz="2000" b="1" spc="-65">
                <a:latin typeface="Times New Roman"/>
                <a:cs typeface="Times New Roman"/>
              </a:rPr>
              <a:t> </a:t>
            </a:r>
            <a:r>
              <a:rPr sz="2000" b="1" spc="-10">
                <a:latin typeface="Times New Roman"/>
                <a:cs typeface="Times New Roman"/>
              </a:rPr>
              <a:t>TECHNOLOGY</a:t>
            </a:r>
            <a:endParaRPr sz="2000">
              <a:latin typeface="Times New Roman"/>
              <a:cs typeface="Times New Roman"/>
            </a:endParaRPr>
          </a:p>
          <a:p>
            <a:pPr marL="876300" marR="869950" algn="ctr">
              <a:lnSpc>
                <a:spcPct val="113900"/>
              </a:lnSpc>
            </a:pPr>
            <a:r>
              <a:rPr sz="1600" b="1" spc="-10">
                <a:latin typeface="Times New Roman"/>
                <a:cs typeface="Times New Roman"/>
              </a:rPr>
              <a:t>Department</a:t>
            </a:r>
            <a:r>
              <a:rPr sz="1600" b="1" spc="-50">
                <a:latin typeface="Times New Roman"/>
                <a:cs typeface="Times New Roman"/>
              </a:rPr>
              <a:t> </a:t>
            </a:r>
            <a:r>
              <a:rPr sz="1600" b="1">
                <a:latin typeface="Times New Roman"/>
                <a:cs typeface="Times New Roman"/>
              </a:rPr>
              <a:t>of</a:t>
            </a:r>
            <a:r>
              <a:rPr sz="1600" b="1" spc="-30">
                <a:latin typeface="Times New Roman"/>
                <a:cs typeface="Times New Roman"/>
              </a:rPr>
              <a:t> </a:t>
            </a:r>
            <a:r>
              <a:rPr sz="1600" b="1">
                <a:latin typeface="Times New Roman"/>
                <a:cs typeface="Times New Roman"/>
              </a:rPr>
              <a:t>Computer</a:t>
            </a:r>
            <a:r>
              <a:rPr sz="1600" b="1" spc="-25">
                <a:latin typeface="Times New Roman"/>
                <a:cs typeface="Times New Roman"/>
              </a:rPr>
              <a:t> </a:t>
            </a:r>
            <a:r>
              <a:rPr sz="1600" b="1">
                <a:latin typeface="Times New Roman"/>
                <a:cs typeface="Times New Roman"/>
              </a:rPr>
              <a:t>Science</a:t>
            </a:r>
            <a:r>
              <a:rPr sz="1600" b="1" spc="-10">
                <a:latin typeface="Times New Roman"/>
                <a:cs typeface="Times New Roman"/>
              </a:rPr>
              <a:t> </a:t>
            </a:r>
            <a:r>
              <a:rPr sz="1600" b="1">
                <a:latin typeface="Times New Roman"/>
                <a:cs typeface="Times New Roman"/>
              </a:rPr>
              <a:t>&amp;</a:t>
            </a:r>
            <a:r>
              <a:rPr sz="1600" b="1" spc="-25">
                <a:latin typeface="Times New Roman"/>
                <a:cs typeface="Times New Roman"/>
              </a:rPr>
              <a:t> </a:t>
            </a:r>
            <a:r>
              <a:rPr sz="1600" b="1" spc="-10">
                <a:latin typeface="Times New Roman"/>
                <a:cs typeface="Times New Roman"/>
              </a:rPr>
              <a:t>Engineering </a:t>
            </a:r>
            <a:r>
              <a:rPr sz="1600" b="1">
                <a:latin typeface="Times New Roman"/>
                <a:cs typeface="Times New Roman"/>
              </a:rPr>
              <a:t>(Data</a:t>
            </a:r>
            <a:r>
              <a:rPr sz="1600" b="1" spc="-45">
                <a:latin typeface="Times New Roman"/>
                <a:cs typeface="Times New Roman"/>
              </a:rPr>
              <a:t> </a:t>
            </a:r>
            <a:r>
              <a:rPr sz="1600" b="1" spc="-10">
                <a:latin typeface="Times New Roman"/>
                <a:cs typeface="Times New Roman"/>
              </a:rPr>
              <a:t>Science)</a:t>
            </a:r>
            <a:endParaRPr sz="1600">
              <a:latin typeface="Times New Roman"/>
              <a:cs typeface="Times New Roman"/>
            </a:endParaRPr>
          </a:p>
          <a:p>
            <a:pPr>
              <a:lnSpc>
                <a:spcPct val="100000"/>
              </a:lnSpc>
              <a:spcBef>
                <a:spcPts val="1510"/>
              </a:spcBef>
            </a:pPr>
            <a:endParaRPr sz="1600">
              <a:latin typeface="Times New Roman"/>
              <a:cs typeface="Times New Roman"/>
            </a:endParaRPr>
          </a:p>
          <a:p>
            <a:pPr marR="21590" algn="ctr">
              <a:lnSpc>
                <a:spcPct val="100000"/>
              </a:lnSpc>
            </a:pPr>
            <a:r>
              <a:rPr sz="1800" b="1" spc="85">
                <a:latin typeface="Times New Roman"/>
                <a:cs typeface="Times New Roman"/>
              </a:rPr>
              <a:t>DECLARATION</a:t>
            </a:r>
            <a:endParaRPr sz="1800">
              <a:latin typeface="Times New Roman"/>
              <a:cs typeface="Times New Roman"/>
            </a:endParaRPr>
          </a:p>
          <a:p>
            <a:pPr>
              <a:lnSpc>
                <a:spcPct val="150000"/>
              </a:lnSpc>
              <a:spcBef>
                <a:spcPts val="1695"/>
              </a:spcBef>
            </a:pPr>
            <a:endParaRPr lang="en-IN" sz="1300">
              <a:latin typeface="Times New Roman"/>
              <a:cs typeface="Times New Roman"/>
            </a:endParaRPr>
          </a:p>
          <a:p>
            <a:pPr marL="12700" marR="5080" algn="just">
              <a:lnSpc>
                <a:spcPct val="150000"/>
              </a:lnSpc>
              <a:spcBef>
                <a:spcPts val="5"/>
              </a:spcBef>
            </a:pPr>
            <a:r>
              <a:rPr lang="en-IN" sz="1300">
                <a:latin typeface="Times New Roman"/>
                <a:cs typeface="Times New Roman"/>
              </a:rPr>
              <a:t>We, Omkar</a:t>
            </a:r>
            <a:r>
              <a:rPr lang="en-US" sz="1300">
                <a:latin typeface="Times New Roman"/>
                <a:cs typeface="Times New Roman"/>
              </a:rPr>
              <a:t> Singh</a:t>
            </a:r>
            <a:r>
              <a:rPr sz="1300">
                <a:latin typeface="Times New Roman"/>
                <a:cs typeface="Times New Roman"/>
              </a:rPr>
              <a:t>,</a:t>
            </a:r>
            <a:r>
              <a:rPr sz="1300" spc="415">
                <a:latin typeface="Times New Roman"/>
                <a:cs typeface="Times New Roman"/>
              </a:rPr>
              <a:t> </a:t>
            </a:r>
            <a:r>
              <a:rPr sz="1300">
                <a:latin typeface="Times New Roman"/>
                <a:cs typeface="Times New Roman"/>
              </a:rPr>
              <a:t>bearing</a:t>
            </a:r>
            <a:r>
              <a:rPr lang="en-US" sz="1300">
                <a:latin typeface="Times New Roman"/>
                <a:cs typeface="Times New Roman"/>
              </a:rPr>
              <a:t> Roll No. 2305251540036</a:t>
            </a:r>
            <a:r>
              <a:rPr sz="1300" spc="85">
                <a:latin typeface="Times New Roman"/>
                <a:cs typeface="Times New Roman"/>
              </a:rPr>
              <a:t>,</a:t>
            </a:r>
            <a:r>
              <a:rPr lang="en-US" sz="1300" spc="85">
                <a:latin typeface="Times New Roman"/>
                <a:cs typeface="Times New Roman"/>
              </a:rPr>
              <a:t> Udaybhan Patel</a:t>
            </a:r>
            <a:r>
              <a:rPr sz="1300">
                <a:latin typeface="Times New Roman"/>
                <a:cs typeface="Times New Roman"/>
              </a:rPr>
              <a:t>,</a:t>
            </a:r>
            <a:r>
              <a:rPr sz="1300" spc="409">
                <a:latin typeface="Times New Roman"/>
                <a:cs typeface="Times New Roman"/>
              </a:rPr>
              <a:t> </a:t>
            </a:r>
            <a:r>
              <a:rPr sz="1300">
                <a:latin typeface="Times New Roman"/>
                <a:cs typeface="Times New Roman"/>
              </a:rPr>
              <a:t>bearing</a:t>
            </a:r>
            <a:r>
              <a:rPr sz="1300" spc="440">
                <a:latin typeface="Times New Roman"/>
                <a:cs typeface="Times New Roman"/>
              </a:rPr>
              <a:t> </a:t>
            </a:r>
            <a:r>
              <a:rPr sz="1300" spc="55">
                <a:latin typeface="Times New Roman"/>
                <a:cs typeface="Times New Roman"/>
              </a:rPr>
              <a:t>Roll </a:t>
            </a:r>
            <a:r>
              <a:rPr sz="1300" spc="85">
                <a:latin typeface="Times New Roman"/>
                <a:cs typeface="Times New Roman"/>
              </a:rPr>
              <a:t>N</a:t>
            </a:r>
            <a:r>
              <a:rPr lang="en-US" sz="1300" spc="85">
                <a:latin typeface="Times New Roman"/>
                <a:cs typeface="Times New Roman"/>
              </a:rPr>
              <a:t>o.2305251540064, Vishal Kushwaha bearing Roll No.2305251540065</a:t>
            </a:r>
            <a:r>
              <a:rPr sz="1300" spc="85">
                <a:latin typeface="Times New Roman"/>
                <a:cs typeface="Times New Roman"/>
              </a:rPr>
              <a:t>,</a:t>
            </a:r>
            <a:r>
              <a:rPr sz="1300" spc="360">
                <a:latin typeface="Times New Roman"/>
                <a:cs typeface="Times New Roman"/>
              </a:rPr>
              <a:t> </a:t>
            </a:r>
            <a:r>
              <a:rPr sz="1300">
                <a:latin typeface="Times New Roman"/>
                <a:cs typeface="Times New Roman"/>
              </a:rPr>
              <a:t>students</a:t>
            </a:r>
            <a:r>
              <a:rPr sz="1300" spc="350">
                <a:latin typeface="Times New Roman"/>
                <a:cs typeface="Times New Roman"/>
              </a:rPr>
              <a:t> </a:t>
            </a:r>
            <a:r>
              <a:rPr sz="1300">
                <a:latin typeface="Times New Roman"/>
                <a:cs typeface="Times New Roman"/>
              </a:rPr>
              <a:t>of</a:t>
            </a:r>
            <a:r>
              <a:rPr sz="1300" spc="365">
                <a:latin typeface="Times New Roman"/>
                <a:cs typeface="Times New Roman"/>
              </a:rPr>
              <a:t> </a:t>
            </a:r>
            <a:r>
              <a:rPr sz="1300">
                <a:latin typeface="Times New Roman"/>
                <a:cs typeface="Times New Roman"/>
              </a:rPr>
              <a:t>Third</a:t>
            </a:r>
            <a:r>
              <a:rPr sz="1300" spc="370">
                <a:latin typeface="Times New Roman"/>
                <a:cs typeface="Times New Roman"/>
              </a:rPr>
              <a:t> </a:t>
            </a:r>
            <a:r>
              <a:rPr sz="1300">
                <a:latin typeface="Times New Roman"/>
                <a:cs typeface="Times New Roman"/>
              </a:rPr>
              <a:t>Semester</a:t>
            </a:r>
            <a:r>
              <a:rPr sz="1300" spc="350">
                <a:latin typeface="Times New Roman"/>
                <a:cs typeface="Times New Roman"/>
              </a:rPr>
              <a:t> </a:t>
            </a:r>
            <a:r>
              <a:rPr sz="1300">
                <a:latin typeface="Times New Roman"/>
                <a:cs typeface="Times New Roman"/>
              </a:rPr>
              <a:t>B.E,</a:t>
            </a:r>
            <a:r>
              <a:rPr sz="1300" spc="365">
                <a:latin typeface="Times New Roman"/>
                <a:cs typeface="Times New Roman"/>
              </a:rPr>
              <a:t> </a:t>
            </a:r>
            <a:r>
              <a:rPr sz="1300">
                <a:latin typeface="Times New Roman"/>
                <a:cs typeface="Times New Roman"/>
              </a:rPr>
              <a:t>Department</a:t>
            </a:r>
            <a:r>
              <a:rPr sz="1300" spc="350">
                <a:latin typeface="Times New Roman"/>
                <a:cs typeface="Times New Roman"/>
              </a:rPr>
              <a:t> </a:t>
            </a:r>
            <a:r>
              <a:rPr sz="1300">
                <a:latin typeface="Times New Roman"/>
                <a:cs typeface="Times New Roman"/>
              </a:rPr>
              <a:t>of</a:t>
            </a:r>
            <a:r>
              <a:rPr sz="1300" spc="365">
                <a:latin typeface="Times New Roman"/>
                <a:cs typeface="Times New Roman"/>
              </a:rPr>
              <a:t> </a:t>
            </a:r>
            <a:r>
              <a:rPr sz="1300">
                <a:latin typeface="Times New Roman"/>
                <a:cs typeface="Times New Roman"/>
              </a:rPr>
              <a:t>Information</a:t>
            </a:r>
            <a:r>
              <a:rPr sz="1300" spc="360">
                <a:latin typeface="Times New Roman"/>
                <a:cs typeface="Times New Roman"/>
              </a:rPr>
              <a:t> </a:t>
            </a:r>
            <a:r>
              <a:rPr sz="1300" spc="-10">
                <a:latin typeface="Times New Roman"/>
                <a:cs typeface="Times New Roman"/>
              </a:rPr>
              <a:t>Technology, </a:t>
            </a:r>
            <a:r>
              <a:rPr sz="1300">
                <a:latin typeface="Times New Roman"/>
                <a:cs typeface="Times New Roman"/>
              </a:rPr>
              <a:t>Buddha</a:t>
            </a:r>
            <a:r>
              <a:rPr sz="1300" spc="35">
                <a:latin typeface="Times New Roman"/>
                <a:cs typeface="Times New Roman"/>
              </a:rPr>
              <a:t> </a:t>
            </a:r>
            <a:r>
              <a:rPr sz="1300">
                <a:latin typeface="Times New Roman"/>
                <a:cs typeface="Times New Roman"/>
              </a:rPr>
              <a:t>Institute</a:t>
            </a:r>
            <a:r>
              <a:rPr sz="1300" spc="50">
                <a:latin typeface="Times New Roman"/>
                <a:cs typeface="Times New Roman"/>
              </a:rPr>
              <a:t> </a:t>
            </a:r>
            <a:r>
              <a:rPr sz="1300">
                <a:latin typeface="Times New Roman"/>
                <a:cs typeface="Times New Roman"/>
              </a:rPr>
              <a:t>of</a:t>
            </a:r>
            <a:r>
              <a:rPr sz="1300" spc="50">
                <a:latin typeface="Times New Roman"/>
                <a:cs typeface="Times New Roman"/>
              </a:rPr>
              <a:t> </a:t>
            </a:r>
            <a:r>
              <a:rPr sz="1300">
                <a:latin typeface="Times New Roman"/>
                <a:cs typeface="Times New Roman"/>
              </a:rPr>
              <a:t>Technology,</a:t>
            </a:r>
            <a:r>
              <a:rPr sz="1300" spc="55">
                <a:latin typeface="Times New Roman"/>
                <a:cs typeface="Times New Roman"/>
              </a:rPr>
              <a:t> </a:t>
            </a:r>
            <a:r>
              <a:rPr sz="1300">
                <a:latin typeface="Times New Roman"/>
                <a:cs typeface="Times New Roman"/>
              </a:rPr>
              <a:t>GIDA,</a:t>
            </a:r>
            <a:r>
              <a:rPr sz="1300" spc="50">
                <a:latin typeface="Times New Roman"/>
                <a:cs typeface="Times New Roman"/>
              </a:rPr>
              <a:t> </a:t>
            </a:r>
            <a:r>
              <a:rPr sz="1300">
                <a:latin typeface="Times New Roman"/>
                <a:cs typeface="Times New Roman"/>
              </a:rPr>
              <a:t>Gorakhpur</a:t>
            </a:r>
            <a:r>
              <a:rPr sz="1300" spc="50">
                <a:latin typeface="Times New Roman"/>
                <a:cs typeface="Times New Roman"/>
              </a:rPr>
              <a:t> </a:t>
            </a:r>
            <a:r>
              <a:rPr sz="1300">
                <a:latin typeface="Times New Roman"/>
                <a:cs typeface="Times New Roman"/>
              </a:rPr>
              <a:t>declare</a:t>
            </a:r>
            <a:r>
              <a:rPr sz="1300" spc="40">
                <a:latin typeface="Times New Roman"/>
                <a:cs typeface="Times New Roman"/>
              </a:rPr>
              <a:t> </a:t>
            </a:r>
            <a:r>
              <a:rPr sz="1300">
                <a:latin typeface="Times New Roman"/>
                <a:cs typeface="Times New Roman"/>
              </a:rPr>
              <a:t>that</a:t>
            </a:r>
            <a:r>
              <a:rPr sz="1300" spc="40">
                <a:latin typeface="Times New Roman"/>
                <a:cs typeface="Times New Roman"/>
              </a:rPr>
              <a:t> </a:t>
            </a:r>
            <a:r>
              <a:rPr sz="1300">
                <a:latin typeface="Times New Roman"/>
                <a:cs typeface="Times New Roman"/>
              </a:rPr>
              <a:t>the</a:t>
            </a:r>
            <a:r>
              <a:rPr sz="1300" spc="60">
                <a:latin typeface="Times New Roman"/>
                <a:cs typeface="Times New Roman"/>
              </a:rPr>
              <a:t> </a:t>
            </a:r>
            <a:r>
              <a:rPr sz="1300">
                <a:latin typeface="Times New Roman"/>
                <a:cs typeface="Times New Roman"/>
              </a:rPr>
              <a:t>Mini</a:t>
            </a:r>
            <a:r>
              <a:rPr sz="1300" spc="40">
                <a:latin typeface="Times New Roman"/>
                <a:cs typeface="Times New Roman"/>
              </a:rPr>
              <a:t> </a:t>
            </a:r>
            <a:r>
              <a:rPr sz="1300">
                <a:latin typeface="Times New Roman"/>
                <a:cs typeface="Times New Roman"/>
              </a:rPr>
              <a:t>Project</a:t>
            </a:r>
            <a:r>
              <a:rPr sz="1300" spc="45">
                <a:latin typeface="Times New Roman"/>
                <a:cs typeface="Times New Roman"/>
              </a:rPr>
              <a:t> </a:t>
            </a:r>
            <a:r>
              <a:rPr sz="1300" spc="-10">
                <a:latin typeface="Times New Roman"/>
                <a:cs typeface="Times New Roman"/>
              </a:rPr>
              <a:t>entitled </a:t>
            </a:r>
            <a:r>
              <a:rPr lang="en-US" sz="1300">
                <a:latin typeface="Times New Roman"/>
                <a:cs typeface="Times New Roman"/>
              </a:rPr>
              <a:t>“</a:t>
            </a:r>
            <a:r>
              <a:rPr lang="en-US" sz="1300" b="1"/>
              <a:t>Personal Portfolio</a:t>
            </a:r>
            <a:r>
              <a:rPr lang="en-US" sz="1300">
                <a:latin typeface="Times New Roman"/>
                <a:cs typeface="Times New Roman"/>
              </a:rPr>
              <a:t>”</a:t>
            </a:r>
            <a:r>
              <a:rPr sz="1300" spc="-5">
                <a:latin typeface="Times New Roman"/>
                <a:cs typeface="Times New Roman"/>
              </a:rPr>
              <a:t> </a:t>
            </a:r>
            <a:r>
              <a:rPr sz="1300">
                <a:latin typeface="Times New Roman"/>
                <a:cs typeface="Times New Roman"/>
              </a:rPr>
              <a:t>has</a:t>
            </a:r>
            <a:r>
              <a:rPr sz="1300" spc="-10">
                <a:latin typeface="Times New Roman"/>
                <a:cs typeface="Times New Roman"/>
              </a:rPr>
              <a:t> </a:t>
            </a:r>
            <a:r>
              <a:rPr sz="1300">
                <a:latin typeface="Times New Roman"/>
                <a:cs typeface="Times New Roman"/>
              </a:rPr>
              <a:t>been</a:t>
            </a:r>
            <a:r>
              <a:rPr sz="1300" spc="-5">
                <a:latin typeface="Times New Roman"/>
                <a:cs typeface="Times New Roman"/>
              </a:rPr>
              <a:t> </a:t>
            </a:r>
            <a:r>
              <a:rPr sz="1300">
                <a:latin typeface="Times New Roman"/>
                <a:cs typeface="Times New Roman"/>
              </a:rPr>
              <a:t>carried</a:t>
            </a:r>
            <a:r>
              <a:rPr sz="1300" spc="-5">
                <a:latin typeface="Times New Roman"/>
                <a:cs typeface="Times New Roman"/>
              </a:rPr>
              <a:t> </a:t>
            </a:r>
            <a:r>
              <a:rPr sz="1300">
                <a:latin typeface="Times New Roman"/>
                <a:cs typeface="Times New Roman"/>
              </a:rPr>
              <a:t>out</a:t>
            </a:r>
            <a:r>
              <a:rPr sz="1300" spc="-15">
                <a:latin typeface="Times New Roman"/>
                <a:cs typeface="Times New Roman"/>
              </a:rPr>
              <a:t> </a:t>
            </a:r>
            <a:r>
              <a:rPr sz="1300">
                <a:latin typeface="Times New Roman"/>
                <a:cs typeface="Times New Roman"/>
              </a:rPr>
              <a:t>by</a:t>
            </a:r>
            <a:r>
              <a:rPr sz="1300" spc="-35">
                <a:latin typeface="Times New Roman"/>
                <a:cs typeface="Times New Roman"/>
              </a:rPr>
              <a:t> </a:t>
            </a:r>
            <a:r>
              <a:rPr sz="1300">
                <a:latin typeface="Times New Roman"/>
                <a:cs typeface="Times New Roman"/>
              </a:rPr>
              <a:t>us</a:t>
            </a:r>
            <a:r>
              <a:rPr sz="1300" spc="-10">
                <a:latin typeface="Times New Roman"/>
                <a:cs typeface="Times New Roman"/>
              </a:rPr>
              <a:t> </a:t>
            </a:r>
            <a:r>
              <a:rPr sz="1300">
                <a:latin typeface="Times New Roman"/>
                <a:cs typeface="Times New Roman"/>
              </a:rPr>
              <a:t>and</a:t>
            </a:r>
            <a:r>
              <a:rPr sz="1300" spc="-10">
                <a:latin typeface="Times New Roman"/>
                <a:cs typeface="Times New Roman"/>
              </a:rPr>
              <a:t> </a:t>
            </a:r>
            <a:r>
              <a:rPr sz="1300">
                <a:latin typeface="Times New Roman"/>
                <a:cs typeface="Times New Roman"/>
              </a:rPr>
              <a:t>submitted</a:t>
            </a:r>
            <a:r>
              <a:rPr sz="1300" spc="-10">
                <a:latin typeface="Times New Roman"/>
                <a:cs typeface="Times New Roman"/>
              </a:rPr>
              <a:t> </a:t>
            </a:r>
            <a:r>
              <a:rPr sz="1300">
                <a:latin typeface="Times New Roman"/>
                <a:cs typeface="Times New Roman"/>
              </a:rPr>
              <a:t>in</a:t>
            </a:r>
            <a:r>
              <a:rPr sz="1300" spc="10">
                <a:latin typeface="Times New Roman"/>
                <a:cs typeface="Times New Roman"/>
              </a:rPr>
              <a:t> </a:t>
            </a:r>
            <a:r>
              <a:rPr sz="1300">
                <a:latin typeface="Times New Roman"/>
                <a:cs typeface="Times New Roman"/>
              </a:rPr>
              <a:t>partial</a:t>
            </a:r>
            <a:r>
              <a:rPr sz="1300" spc="-5">
                <a:latin typeface="Times New Roman"/>
                <a:cs typeface="Times New Roman"/>
              </a:rPr>
              <a:t> </a:t>
            </a:r>
            <a:r>
              <a:rPr sz="1300" spc="-10">
                <a:latin typeface="Times New Roman"/>
                <a:cs typeface="Times New Roman"/>
              </a:rPr>
              <a:t>fulfillment </a:t>
            </a:r>
            <a:r>
              <a:rPr sz="1300">
                <a:latin typeface="Times New Roman"/>
                <a:cs typeface="Times New Roman"/>
              </a:rPr>
              <a:t>of</a:t>
            </a:r>
            <a:r>
              <a:rPr sz="1300" spc="365">
                <a:latin typeface="Times New Roman"/>
                <a:cs typeface="Times New Roman"/>
              </a:rPr>
              <a:t> </a:t>
            </a:r>
            <a:r>
              <a:rPr sz="1300">
                <a:latin typeface="Times New Roman"/>
                <a:cs typeface="Times New Roman"/>
              </a:rPr>
              <a:t>the</a:t>
            </a:r>
            <a:r>
              <a:rPr sz="1300" spc="360">
                <a:latin typeface="Times New Roman"/>
                <a:cs typeface="Times New Roman"/>
              </a:rPr>
              <a:t> </a:t>
            </a:r>
            <a:r>
              <a:rPr sz="1300">
                <a:latin typeface="Times New Roman"/>
                <a:cs typeface="Times New Roman"/>
              </a:rPr>
              <a:t>course</a:t>
            </a:r>
            <a:r>
              <a:rPr sz="1300" spc="355">
                <a:latin typeface="Times New Roman"/>
                <a:cs typeface="Times New Roman"/>
              </a:rPr>
              <a:t> </a:t>
            </a:r>
            <a:r>
              <a:rPr sz="1300">
                <a:latin typeface="Times New Roman"/>
                <a:cs typeface="Times New Roman"/>
              </a:rPr>
              <a:t>requirements</a:t>
            </a:r>
            <a:r>
              <a:rPr sz="1300" spc="350">
                <a:latin typeface="Times New Roman"/>
                <a:cs typeface="Times New Roman"/>
              </a:rPr>
              <a:t> </a:t>
            </a:r>
            <a:r>
              <a:rPr sz="1300">
                <a:latin typeface="Times New Roman"/>
                <a:cs typeface="Times New Roman"/>
              </a:rPr>
              <a:t>for</a:t>
            </a:r>
            <a:r>
              <a:rPr sz="1300" spc="360">
                <a:latin typeface="Times New Roman"/>
                <a:cs typeface="Times New Roman"/>
              </a:rPr>
              <a:t> </a:t>
            </a:r>
            <a:r>
              <a:rPr sz="1300">
                <a:latin typeface="Times New Roman"/>
                <a:cs typeface="Times New Roman"/>
              </a:rPr>
              <a:t>the</a:t>
            </a:r>
            <a:r>
              <a:rPr sz="1300" spc="360">
                <a:latin typeface="Times New Roman"/>
                <a:cs typeface="Times New Roman"/>
              </a:rPr>
              <a:t> </a:t>
            </a:r>
            <a:r>
              <a:rPr sz="1300">
                <a:latin typeface="Times New Roman"/>
                <a:cs typeface="Times New Roman"/>
              </a:rPr>
              <a:t>award</a:t>
            </a:r>
            <a:r>
              <a:rPr sz="1300" spc="370">
                <a:latin typeface="Times New Roman"/>
                <a:cs typeface="Times New Roman"/>
              </a:rPr>
              <a:t> </a:t>
            </a:r>
            <a:r>
              <a:rPr sz="1300">
                <a:latin typeface="Times New Roman"/>
                <a:cs typeface="Times New Roman"/>
              </a:rPr>
              <a:t>of</a:t>
            </a:r>
            <a:r>
              <a:rPr sz="1300" spc="370">
                <a:latin typeface="Times New Roman"/>
                <a:cs typeface="Times New Roman"/>
              </a:rPr>
              <a:t> </a:t>
            </a:r>
            <a:r>
              <a:rPr sz="1300">
                <a:latin typeface="Times New Roman"/>
                <a:cs typeface="Times New Roman"/>
              </a:rPr>
              <a:t>degree</a:t>
            </a:r>
            <a:r>
              <a:rPr sz="1300" spc="355">
                <a:latin typeface="Times New Roman"/>
                <a:cs typeface="Times New Roman"/>
              </a:rPr>
              <a:t> </a:t>
            </a:r>
            <a:r>
              <a:rPr sz="1300">
                <a:latin typeface="Times New Roman"/>
                <a:cs typeface="Times New Roman"/>
              </a:rPr>
              <a:t>in</a:t>
            </a:r>
            <a:r>
              <a:rPr sz="1300" spc="360">
                <a:latin typeface="Times New Roman"/>
                <a:cs typeface="Times New Roman"/>
              </a:rPr>
              <a:t> </a:t>
            </a:r>
            <a:r>
              <a:rPr sz="1300">
                <a:latin typeface="Times New Roman"/>
                <a:cs typeface="Times New Roman"/>
              </a:rPr>
              <a:t>Bachelor</a:t>
            </a:r>
            <a:r>
              <a:rPr sz="1300" spc="360">
                <a:latin typeface="Times New Roman"/>
                <a:cs typeface="Times New Roman"/>
              </a:rPr>
              <a:t> </a:t>
            </a:r>
            <a:r>
              <a:rPr sz="1300">
                <a:latin typeface="Times New Roman"/>
                <a:cs typeface="Times New Roman"/>
              </a:rPr>
              <a:t>of</a:t>
            </a:r>
            <a:r>
              <a:rPr sz="1300" spc="395">
                <a:latin typeface="Times New Roman"/>
                <a:cs typeface="Times New Roman"/>
              </a:rPr>
              <a:t> </a:t>
            </a:r>
            <a:r>
              <a:rPr sz="1300">
                <a:latin typeface="Times New Roman"/>
                <a:cs typeface="Times New Roman"/>
              </a:rPr>
              <a:t>Technology</a:t>
            </a:r>
            <a:r>
              <a:rPr sz="1300" spc="355">
                <a:latin typeface="Times New Roman"/>
                <a:cs typeface="Times New Roman"/>
              </a:rPr>
              <a:t> </a:t>
            </a:r>
            <a:r>
              <a:rPr sz="1300" spc="-25">
                <a:latin typeface="Times New Roman"/>
                <a:cs typeface="Times New Roman"/>
              </a:rPr>
              <a:t>in </a:t>
            </a:r>
            <a:r>
              <a:rPr sz="1300">
                <a:latin typeface="Times New Roman"/>
                <a:cs typeface="Times New Roman"/>
              </a:rPr>
              <a:t>Computer</a:t>
            </a:r>
            <a:r>
              <a:rPr sz="1300" spc="105">
                <a:latin typeface="Times New Roman"/>
                <a:cs typeface="Times New Roman"/>
              </a:rPr>
              <a:t>  </a:t>
            </a:r>
            <a:r>
              <a:rPr sz="1300">
                <a:latin typeface="Times New Roman"/>
                <a:cs typeface="Times New Roman"/>
              </a:rPr>
              <a:t>Science</a:t>
            </a:r>
            <a:r>
              <a:rPr sz="1300" spc="110">
                <a:latin typeface="Times New Roman"/>
                <a:cs typeface="Times New Roman"/>
              </a:rPr>
              <a:t>  </a:t>
            </a:r>
            <a:r>
              <a:rPr sz="1300">
                <a:latin typeface="Times New Roman"/>
                <a:cs typeface="Times New Roman"/>
              </a:rPr>
              <a:t>and</a:t>
            </a:r>
            <a:r>
              <a:rPr sz="1300" spc="110">
                <a:latin typeface="Times New Roman"/>
                <a:cs typeface="Times New Roman"/>
              </a:rPr>
              <a:t>  </a:t>
            </a:r>
            <a:r>
              <a:rPr sz="1300">
                <a:latin typeface="Times New Roman"/>
                <a:cs typeface="Times New Roman"/>
              </a:rPr>
              <a:t>Engineering</a:t>
            </a:r>
            <a:r>
              <a:rPr sz="1300" spc="110">
                <a:latin typeface="Times New Roman"/>
                <a:cs typeface="Times New Roman"/>
              </a:rPr>
              <a:t>  </a:t>
            </a:r>
            <a:r>
              <a:rPr sz="1300">
                <a:latin typeface="Times New Roman"/>
                <a:cs typeface="Times New Roman"/>
              </a:rPr>
              <a:t>(Data</a:t>
            </a:r>
            <a:r>
              <a:rPr sz="1300" spc="105">
                <a:latin typeface="Times New Roman"/>
                <a:cs typeface="Times New Roman"/>
              </a:rPr>
              <a:t>  </a:t>
            </a:r>
            <a:r>
              <a:rPr sz="1300">
                <a:latin typeface="Times New Roman"/>
                <a:cs typeface="Times New Roman"/>
              </a:rPr>
              <a:t>Science)</a:t>
            </a:r>
            <a:r>
              <a:rPr sz="1300" spc="110">
                <a:latin typeface="Times New Roman"/>
                <a:cs typeface="Times New Roman"/>
              </a:rPr>
              <a:t>  </a:t>
            </a:r>
            <a:r>
              <a:rPr sz="1300">
                <a:latin typeface="Times New Roman"/>
                <a:cs typeface="Times New Roman"/>
              </a:rPr>
              <a:t>from</a:t>
            </a:r>
            <a:r>
              <a:rPr sz="1300" spc="105">
                <a:latin typeface="Times New Roman"/>
                <a:cs typeface="Times New Roman"/>
              </a:rPr>
              <a:t>  </a:t>
            </a:r>
            <a:r>
              <a:rPr sz="1300">
                <a:latin typeface="Times New Roman"/>
                <a:cs typeface="Times New Roman"/>
              </a:rPr>
              <a:t>Dr.</a:t>
            </a:r>
            <a:r>
              <a:rPr sz="1300" spc="120">
                <a:latin typeface="Times New Roman"/>
                <a:cs typeface="Times New Roman"/>
              </a:rPr>
              <a:t>  </a:t>
            </a:r>
            <a:r>
              <a:rPr sz="1300">
                <a:latin typeface="Times New Roman"/>
                <a:cs typeface="Times New Roman"/>
              </a:rPr>
              <a:t>APJ</a:t>
            </a:r>
            <a:r>
              <a:rPr sz="1300" spc="105">
                <a:latin typeface="Times New Roman"/>
                <a:cs typeface="Times New Roman"/>
              </a:rPr>
              <a:t>  </a:t>
            </a:r>
            <a:r>
              <a:rPr sz="1300">
                <a:latin typeface="Times New Roman"/>
                <a:cs typeface="Times New Roman"/>
              </a:rPr>
              <a:t>Abdul</a:t>
            </a:r>
            <a:r>
              <a:rPr sz="1300" spc="110">
                <a:latin typeface="Times New Roman"/>
                <a:cs typeface="Times New Roman"/>
              </a:rPr>
              <a:t>  </a:t>
            </a:r>
            <a:r>
              <a:rPr sz="1300" spc="-10">
                <a:latin typeface="Times New Roman"/>
                <a:cs typeface="Times New Roman"/>
              </a:rPr>
              <a:t>Kalam </a:t>
            </a:r>
            <a:r>
              <a:rPr sz="1300">
                <a:latin typeface="Times New Roman"/>
                <a:cs typeface="Times New Roman"/>
              </a:rPr>
              <a:t>Technical</a:t>
            </a:r>
            <a:r>
              <a:rPr sz="1300" spc="-20">
                <a:latin typeface="Times New Roman"/>
                <a:cs typeface="Times New Roman"/>
              </a:rPr>
              <a:t> </a:t>
            </a:r>
            <a:r>
              <a:rPr sz="1300">
                <a:latin typeface="Times New Roman"/>
                <a:cs typeface="Times New Roman"/>
              </a:rPr>
              <a:t>University,</a:t>
            </a:r>
            <a:r>
              <a:rPr sz="1300" spc="10">
                <a:latin typeface="Times New Roman"/>
                <a:cs typeface="Times New Roman"/>
              </a:rPr>
              <a:t> </a:t>
            </a:r>
            <a:r>
              <a:rPr sz="1300">
                <a:latin typeface="Times New Roman"/>
                <a:cs typeface="Times New Roman"/>
              </a:rPr>
              <a:t>Lucknow</a:t>
            </a:r>
            <a:r>
              <a:rPr sz="1300" spc="10">
                <a:latin typeface="Times New Roman"/>
                <a:cs typeface="Times New Roman"/>
              </a:rPr>
              <a:t> </a:t>
            </a:r>
            <a:r>
              <a:rPr sz="1300">
                <a:latin typeface="Times New Roman"/>
                <a:cs typeface="Times New Roman"/>
              </a:rPr>
              <a:t>during</a:t>
            </a:r>
            <a:r>
              <a:rPr sz="1300" spc="-25">
                <a:latin typeface="Times New Roman"/>
                <a:cs typeface="Times New Roman"/>
              </a:rPr>
              <a:t> </a:t>
            </a:r>
            <a:r>
              <a:rPr sz="1300">
                <a:latin typeface="Times New Roman"/>
                <a:cs typeface="Times New Roman"/>
              </a:rPr>
              <a:t>the</a:t>
            </a:r>
            <a:r>
              <a:rPr sz="1300" spc="-20">
                <a:latin typeface="Times New Roman"/>
                <a:cs typeface="Times New Roman"/>
              </a:rPr>
              <a:t> </a:t>
            </a:r>
            <a:r>
              <a:rPr sz="1300">
                <a:latin typeface="Times New Roman"/>
                <a:cs typeface="Times New Roman"/>
              </a:rPr>
              <a:t>academic</a:t>
            </a:r>
            <a:r>
              <a:rPr sz="1300" spc="25">
                <a:latin typeface="Times New Roman"/>
                <a:cs typeface="Times New Roman"/>
              </a:rPr>
              <a:t> </a:t>
            </a:r>
            <a:r>
              <a:rPr sz="1300">
                <a:latin typeface="Times New Roman"/>
                <a:cs typeface="Times New Roman"/>
              </a:rPr>
              <a:t>year</a:t>
            </a:r>
            <a:r>
              <a:rPr sz="1300" spc="-35">
                <a:latin typeface="Times New Roman"/>
                <a:cs typeface="Times New Roman"/>
              </a:rPr>
              <a:t> </a:t>
            </a:r>
            <a:r>
              <a:rPr sz="1300" spc="-10">
                <a:latin typeface="Times New Roman"/>
                <a:cs typeface="Times New Roman"/>
              </a:rPr>
              <a:t>2024-2025.</a:t>
            </a:r>
            <a:endParaRPr lang="en-IN" sz="1300">
              <a:latin typeface="Times New Roman"/>
              <a:cs typeface="Times New Roman"/>
            </a:endParaRPr>
          </a:p>
        </p:txBody>
      </p:sp>
      <p:sp>
        <p:nvSpPr>
          <p:cNvPr id="6" name="object 6"/>
          <p:cNvSpPr txBox="1"/>
          <p:nvPr/>
        </p:nvSpPr>
        <p:spPr>
          <a:xfrm>
            <a:off x="3540696" y="7158096"/>
            <a:ext cx="2816240" cy="625171"/>
          </a:xfrm>
          <a:prstGeom prst="rect">
            <a:avLst/>
          </a:prstGeom>
        </p:spPr>
        <p:txBody>
          <a:bodyPr vert="horz" wrap="square" lIns="0" tIns="12065" rIns="0" bIns="0" rtlCol="0" anchor="t">
            <a:spAutoFit/>
          </a:bodyPr>
          <a:lstStyle/>
          <a:p>
            <a:pPr marL="12700">
              <a:spcBef>
                <a:spcPts val="95"/>
              </a:spcBef>
            </a:pPr>
            <a:r>
              <a:rPr lang="en-IN" sz="1300" b="1">
                <a:latin typeface="Times New Roman"/>
                <a:cs typeface="Times New Roman"/>
              </a:rPr>
              <a:t>Omkar</a:t>
            </a:r>
            <a:r>
              <a:rPr lang="en-US" sz="1300" b="1">
                <a:latin typeface="Times New Roman"/>
                <a:cs typeface="Times New Roman"/>
              </a:rPr>
              <a:t> Singh</a:t>
            </a:r>
            <a:r>
              <a:rPr sz="1300" b="1">
                <a:latin typeface="Times New Roman"/>
                <a:cs typeface="Times New Roman"/>
              </a:rPr>
              <a:t>,</a:t>
            </a:r>
            <a:r>
              <a:rPr sz="1300" b="1" spc="90">
                <a:latin typeface="Times New Roman"/>
                <a:cs typeface="Times New Roman"/>
              </a:rPr>
              <a:t> </a:t>
            </a:r>
            <a:r>
              <a:rPr lang="en-US" sz="1300" b="1" spc="90">
                <a:latin typeface="Times New Roman"/>
                <a:cs typeface="Times New Roman"/>
              </a:rPr>
              <a:t>2305251540036</a:t>
            </a:r>
          </a:p>
          <a:p>
            <a:pPr algn="l"/>
            <a:r>
              <a:rPr lang="en-US" sz="1300" b="1" spc="90">
                <a:latin typeface="Times New Roman"/>
                <a:cs typeface="Times New Roman"/>
              </a:rPr>
              <a:t>Udaybhan Patel,2305251540064</a:t>
            </a:r>
            <a:endParaRPr lang="en-US" sz="1300" spc="90">
              <a:latin typeface="Times New Roman"/>
              <a:cs typeface="Times New Roman"/>
            </a:endParaRPr>
          </a:p>
          <a:p>
            <a:pPr marL="12700">
              <a:spcBef>
                <a:spcPts val="95"/>
              </a:spcBef>
            </a:pPr>
            <a:r>
              <a:rPr lang="en-US" sz="1300" b="1" spc="90">
                <a:latin typeface="Times New Roman"/>
                <a:cs typeface="Times New Roman"/>
              </a:rPr>
              <a:t>Vishal Kushwaha, 2305251540065</a:t>
            </a:r>
            <a:endParaRPr lang="en-US" sz="1300" spc="90">
              <a:latin typeface="Times New Roman"/>
              <a:cs typeface="Times New Roman"/>
            </a:endParaRPr>
          </a:p>
        </p:txBody>
      </p:sp>
      <p:sp>
        <p:nvSpPr>
          <p:cNvPr id="10" name="object 10"/>
          <p:cNvSpPr txBox="1"/>
          <p:nvPr/>
        </p:nvSpPr>
        <p:spPr>
          <a:xfrm>
            <a:off x="902004" y="8196833"/>
            <a:ext cx="1183640" cy="624205"/>
          </a:xfrm>
          <a:prstGeom prst="rect">
            <a:avLst/>
          </a:prstGeom>
        </p:spPr>
        <p:txBody>
          <a:bodyPr vert="horz" wrap="square" lIns="0" tIns="12065" rIns="0" bIns="0" rtlCol="0">
            <a:spAutoFit/>
          </a:bodyPr>
          <a:lstStyle/>
          <a:p>
            <a:pPr marL="12700">
              <a:lnSpc>
                <a:spcPct val="100000"/>
              </a:lnSpc>
              <a:spcBef>
                <a:spcPts val="95"/>
              </a:spcBef>
            </a:pPr>
            <a:r>
              <a:rPr sz="1300" dirty="0">
                <a:latin typeface="Times New Roman"/>
                <a:cs typeface="Times New Roman"/>
              </a:rPr>
              <a:t>Place:</a:t>
            </a:r>
            <a:r>
              <a:rPr sz="1300" spc="-35" dirty="0">
                <a:latin typeface="Times New Roman"/>
                <a:cs typeface="Times New Roman"/>
              </a:rPr>
              <a:t> </a:t>
            </a:r>
            <a:r>
              <a:rPr sz="1300" spc="-10" dirty="0">
                <a:latin typeface="Times New Roman"/>
                <a:cs typeface="Times New Roman"/>
              </a:rPr>
              <a:t>Gorakhpur</a:t>
            </a:r>
            <a:endParaRPr sz="1300" dirty="0">
              <a:latin typeface="Times New Roman"/>
              <a:cs typeface="Times New Roman"/>
            </a:endParaRPr>
          </a:p>
          <a:p>
            <a:pPr>
              <a:lnSpc>
                <a:spcPct val="100000"/>
              </a:lnSpc>
              <a:spcBef>
                <a:spcPts val="100"/>
              </a:spcBef>
            </a:pPr>
            <a:endParaRPr sz="1300" dirty="0">
              <a:latin typeface="Times New Roman"/>
              <a:cs typeface="Times New Roman"/>
            </a:endParaRPr>
          </a:p>
          <a:p>
            <a:pPr marL="12700">
              <a:lnSpc>
                <a:spcPct val="100000"/>
              </a:lnSpc>
            </a:pPr>
            <a:r>
              <a:rPr sz="1300" spc="-10" dirty="0">
                <a:latin typeface="Times New Roman"/>
                <a:cs typeface="Times New Roman"/>
              </a:rPr>
              <a:t>Date:</a:t>
            </a:r>
            <a:r>
              <a:rPr lang="en-US" sz="1300" spc="-10" dirty="0">
                <a:latin typeface="Times New Roman"/>
                <a:cs typeface="Times New Roman"/>
              </a:rPr>
              <a:t>16/01/2005</a:t>
            </a:r>
            <a:endParaRPr sz="1300" dirty="0">
              <a:latin typeface="Times New Roman"/>
              <a:cs typeface="Times New Roman"/>
            </a:endParaRPr>
          </a:p>
        </p:txBody>
      </p:sp>
      <p:sp>
        <p:nvSpPr>
          <p:cNvPr id="8" name="TextBox 7">
            <a:extLst>
              <a:ext uri="{FF2B5EF4-FFF2-40B4-BE49-F238E27FC236}">
                <a16:creationId xmlns:a16="http://schemas.microsoft.com/office/drawing/2014/main" id="{E61A8F78-4C17-ED64-11A1-BAA4B8010421}"/>
              </a:ext>
            </a:extLst>
          </p:cNvPr>
          <p:cNvSpPr txBox="1"/>
          <p:nvPr/>
        </p:nvSpPr>
        <p:spPr>
          <a:xfrm>
            <a:off x="6741096" y="10278009"/>
            <a:ext cx="3886200" cy="369332"/>
          </a:xfrm>
          <a:prstGeom prst="rect">
            <a:avLst/>
          </a:prstGeom>
          <a:noFill/>
        </p:spPr>
        <p:txBody>
          <a:bodyPr wrap="square">
            <a:spAutoFit/>
          </a:bodyPr>
          <a:lstStyle/>
          <a:p>
            <a:r>
              <a:rPr lang="en-US" dirty="0">
                <a:latin typeface="Times New Roman"/>
                <a:cs typeface="Times New Roman"/>
              </a:rPr>
              <a:t>III</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47770" y="1110931"/>
            <a:ext cx="1269365" cy="299720"/>
          </a:xfrm>
          <a:prstGeom prst="rect">
            <a:avLst/>
          </a:prstGeom>
        </p:spPr>
        <p:txBody>
          <a:bodyPr vert="horz" wrap="square" lIns="0" tIns="12700" rIns="0" bIns="0" rtlCol="0">
            <a:spAutoFit/>
          </a:bodyPr>
          <a:lstStyle/>
          <a:p>
            <a:pPr marL="12700">
              <a:lnSpc>
                <a:spcPct val="100000"/>
              </a:lnSpc>
              <a:spcBef>
                <a:spcPts val="100"/>
              </a:spcBef>
            </a:pPr>
            <a:r>
              <a:rPr sz="1800" b="1" spc="-10">
                <a:latin typeface="Times New Roman"/>
                <a:cs typeface="Times New Roman"/>
              </a:rPr>
              <a:t>ABSTRACT</a:t>
            </a:r>
            <a:endParaRPr sz="1800">
              <a:latin typeface="Times New Roman"/>
              <a:cs typeface="Times New Roman"/>
            </a:endParaRPr>
          </a:p>
        </p:txBody>
      </p:sp>
      <p:sp>
        <p:nvSpPr>
          <p:cNvPr id="4" name="TextBox 3">
            <a:extLst>
              <a:ext uri="{FF2B5EF4-FFF2-40B4-BE49-F238E27FC236}">
                <a16:creationId xmlns:a16="http://schemas.microsoft.com/office/drawing/2014/main" id="{9082168D-479B-BBC4-4DB0-DC55E8065E74}"/>
              </a:ext>
            </a:extLst>
          </p:cNvPr>
          <p:cNvSpPr txBox="1"/>
          <p:nvPr/>
        </p:nvSpPr>
        <p:spPr>
          <a:xfrm>
            <a:off x="539144" y="1410651"/>
            <a:ext cx="6686616" cy="55553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endParaRPr lang="en-US" sz="1200" b="1" dirty="0">
              <a:latin typeface="Times New Roman"/>
              <a:cs typeface="Times New Roman"/>
            </a:endParaRPr>
          </a:p>
          <a:p>
            <a:pPr algn="just">
              <a:lnSpc>
                <a:spcPct val="150000"/>
              </a:lnSpc>
            </a:pPr>
            <a:r>
              <a:rPr lang="en-US" sz="1400" dirty="0">
                <a:latin typeface="Times New Roman"/>
                <a:cs typeface="Times New Roman"/>
              </a:rPr>
              <a:t>A personal portfolio website serves as a digital representation of an individual’s professional identity, showcasing skills, achievements, projects, and experiences in a visually appealing and organized manner. This project aims to design and develop a user-friendly, responsive, and aesthetically pleasing website to effectively communicate the individual’s brand and expertise to potential employers, clients, or collaborators.</a:t>
            </a:r>
          </a:p>
          <a:p>
            <a:pPr algn="just">
              <a:lnSpc>
                <a:spcPct val="150000"/>
              </a:lnSpc>
            </a:pPr>
            <a:r>
              <a:rPr lang="en-US" sz="1400" dirty="0">
                <a:latin typeface="Times New Roman"/>
                <a:cs typeface="Times New Roman"/>
              </a:rPr>
              <a:t>The website includes sections such as an about page, skills overview, project portfolio, resume and contact information, integrating modern web technologies like HTML, CSS, and frameworks like React or Bootstrap to enhance functionality and design. Additional features may include animations, interactive elements, and SEO optimization to improve user engagement and discoverability.</a:t>
            </a:r>
          </a:p>
          <a:p>
            <a:pPr algn="just">
              <a:lnSpc>
                <a:spcPct val="150000"/>
              </a:lnSpc>
            </a:pPr>
            <a:r>
              <a:rPr lang="en-US" sz="1400" dirty="0">
                <a:latin typeface="Times New Roman"/>
                <a:ea typeface="Calibri"/>
                <a:cs typeface="Calibri"/>
              </a:rPr>
              <a:t>The portfolio is aimed at potential employers, collaborators, and peers, helping to enhance networking opportunities and career growth. Future improvements could include adding website analytics, integrating social media links, and introducing interactive features for better engagement.</a:t>
            </a:r>
            <a:endParaRPr lang="en-US" dirty="0">
              <a:cs typeface="Calibri"/>
            </a:endParaRPr>
          </a:p>
          <a:p>
            <a:pPr algn="l"/>
            <a:endParaRPr lang="en-US" dirty="0"/>
          </a:p>
          <a:p>
            <a:pPr algn="l"/>
            <a:endParaRPr lang="en-US" dirty="0"/>
          </a:p>
        </p:txBody>
      </p:sp>
      <p:sp>
        <p:nvSpPr>
          <p:cNvPr id="7" name="TextBox 6">
            <a:extLst>
              <a:ext uri="{FF2B5EF4-FFF2-40B4-BE49-F238E27FC236}">
                <a16:creationId xmlns:a16="http://schemas.microsoft.com/office/drawing/2014/main" id="{A2196E3C-3E22-2BFD-1CDA-6CBD96719C58}"/>
              </a:ext>
            </a:extLst>
          </p:cNvPr>
          <p:cNvSpPr txBox="1"/>
          <p:nvPr/>
        </p:nvSpPr>
        <p:spPr>
          <a:xfrm>
            <a:off x="7004001" y="10188021"/>
            <a:ext cx="27058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rgbClr val="000000"/>
                </a:solidFill>
              </a:rPr>
              <a:t>IV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126" y="1721336"/>
            <a:ext cx="2592070" cy="289823"/>
          </a:xfrm>
          <a:prstGeom prst="rect">
            <a:avLst/>
          </a:prstGeom>
        </p:spPr>
        <p:txBody>
          <a:bodyPr vert="horz" wrap="square" lIns="0" tIns="12700" rIns="0" bIns="0" rtlCol="0" anchor="t">
            <a:spAutoFit/>
          </a:bodyPr>
          <a:lstStyle/>
          <a:p>
            <a:pPr marL="12700">
              <a:lnSpc>
                <a:spcPct val="100000"/>
              </a:lnSpc>
              <a:spcBef>
                <a:spcPts val="100"/>
              </a:spcBef>
            </a:pPr>
            <a:r>
              <a:rPr b="1" spc="-10">
                <a:latin typeface="Times New Roman"/>
                <a:cs typeface="Times New Roman"/>
              </a:rPr>
              <a:t>ACKNOWLEDGEMENT</a:t>
            </a:r>
            <a:endParaRPr>
              <a:latin typeface="Times New Roman"/>
              <a:cs typeface="Times New Roman"/>
            </a:endParaRPr>
          </a:p>
        </p:txBody>
      </p:sp>
      <p:sp>
        <p:nvSpPr>
          <p:cNvPr id="3" name="object 3"/>
          <p:cNvSpPr txBox="1"/>
          <p:nvPr/>
        </p:nvSpPr>
        <p:spPr>
          <a:xfrm>
            <a:off x="4388906" y="7685466"/>
            <a:ext cx="2774276" cy="884216"/>
          </a:xfrm>
          <a:prstGeom prst="rect">
            <a:avLst/>
          </a:prstGeom>
        </p:spPr>
        <p:txBody>
          <a:bodyPr vert="horz" wrap="square" lIns="0" tIns="12065" rIns="0" bIns="0" rtlCol="0" anchor="t">
            <a:spAutoFit/>
          </a:bodyPr>
          <a:lstStyle/>
          <a:p>
            <a:pPr marL="12700">
              <a:spcBef>
                <a:spcPts val="95"/>
              </a:spcBef>
            </a:pPr>
            <a:r>
              <a:rPr lang="en-IN" sz="1400" b="1" dirty="0">
                <a:latin typeface="Times New Roman"/>
                <a:cs typeface="Times New Roman"/>
              </a:rPr>
              <a:t>Omkar</a:t>
            </a:r>
            <a:r>
              <a:rPr lang="en-US" sz="1400" b="1" dirty="0">
                <a:latin typeface="Times New Roman"/>
                <a:cs typeface="Times New Roman"/>
              </a:rPr>
              <a:t> Singh, 2305251540036</a:t>
            </a:r>
            <a:endParaRPr lang="en-US" sz="1400" b="1" dirty="0">
              <a:solidFill>
                <a:srgbClr val="000000"/>
              </a:solidFill>
              <a:latin typeface="Times New Roman"/>
              <a:cs typeface="Times New Roman"/>
            </a:endParaRPr>
          </a:p>
          <a:p>
            <a:pPr algn="l"/>
            <a:r>
              <a:rPr lang="en-US" sz="1400" b="1" dirty="0">
                <a:latin typeface="Times New Roman"/>
                <a:cs typeface="Times New Roman"/>
              </a:rPr>
              <a:t>Udaybhan Patel,2305251540064</a:t>
            </a:r>
            <a:endParaRPr lang="en-US" sz="1400" dirty="0">
              <a:latin typeface="Times New Roman"/>
              <a:cs typeface="Times New Roman"/>
            </a:endParaRPr>
          </a:p>
          <a:p>
            <a:pPr marL="12700">
              <a:spcBef>
                <a:spcPts val="95"/>
              </a:spcBef>
            </a:pPr>
            <a:r>
              <a:rPr lang="en-US" sz="1400" b="1" dirty="0">
                <a:latin typeface="Times New Roman"/>
                <a:cs typeface="Times New Roman"/>
              </a:rPr>
              <a:t>Vishal Kushwaha, 2305251540065</a:t>
            </a:r>
            <a:endParaRPr lang="en-US" sz="1400" dirty="0">
              <a:latin typeface="Times New Roman"/>
              <a:cs typeface="Times New Roman"/>
            </a:endParaRPr>
          </a:p>
          <a:p>
            <a:pPr marL="12700">
              <a:lnSpc>
                <a:spcPct val="100000"/>
              </a:lnSpc>
              <a:spcBef>
                <a:spcPts val="95"/>
              </a:spcBef>
            </a:pPr>
            <a:endParaRPr lang="en-US" sz="1300">
              <a:latin typeface="Times New Roman"/>
              <a:cs typeface="Times New Roman"/>
            </a:endParaRPr>
          </a:p>
        </p:txBody>
      </p:sp>
      <p:sp>
        <p:nvSpPr>
          <p:cNvPr id="6" name="TextBox 5">
            <a:extLst>
              <a:ext uri="{FF2B5EF4-FFF2-40B4-BE49-F238E27FC236}">
                <a16:creationId xmlns:a16="http://schemas.microsoft.com/office/drawing/2014/main" id="{2216AE51-0C7A-D5AF-23CE-4D3D213EEA6E}"/>
              </a:ext>
            </a:extLst>
          </p:cNvPr>
          <p:cNvSpPr txBox="1"/>
          <p:nvPr/>
        </p:nvSpPr>
        <p:spPr>
          <a:xfrm>
            <a:off x="599799" y="2676716"/>
            <a:ext cx="6563556" cy="3862596"/>
          </a:xfrm>
          <a:prstGeom prst="rect">
            <a:avLst/>
          </a:prstGeom>
          <a:noFill/>
        </p:spPr>
        <p:txBody>
          <a:bodyPr wrap="square" lIns="91440" tIns="45720" rIns="91440" bIns="45720" anchor="t">
            <a:spAutoFit/>
          </a:bodyPr>
          <a:lstStyle/>
          <a:p>
            <a:pPr algn="just">
              <a:lnSpc>
                <a:spcPct val="150000"/>
              </a:lnSpc>
            </a:pPr>
            <a:r>
              <a:rPr lang="en-US" sz="1400" dirty="0">
                <a:latin typeface="Times New Roman"/>
                <a:cs typeface="Times New Roman"/>
              </a:rPr>
              <a:t>I would like to express my sincere gratitude to my guide, Ms. Pallavi Dixit, for his constant support and guidance throughout the completion of this project. Their invaluable suggestions and insights were instrumental in the successful execution of this work.</a:t>
            </a:r>
            <a:endParaRPr lang="en-US" sz="1400">
              <a:solidFill>
                <a:srgbClr val="000000"/>
              </a:solidFill>
              <a:latin typeface="Times New Roman"/>
              <a:cs typeface="Times New Roman"/>
            </a:endParaRPr>
          </a:p>
          <a:p>
            <a:pPr algn="just">
              <a:lnSpc>
                <a:spcPct val="150000"/>
              </a:lnSpc>
            </a:pPr>
            <a:r>
              <a:rPr lang="en-US" sz="1400" dirty="0">
                <a:latin typeface="Times New Roman"/>
                <a:cs typeface="Times New Roman"/>
              </a:rPr>
              <a:t>I also extend my heartfelt gratitude to the Head of the Department, Dr. Shashank Srivastava, and all faculty members of the Department of Computer Science &amp; Engineering (Data Science) at Buddha Institute of Technology for providing the necessary resources and encouragement during the project.</a:t>
            </a:r>
          </a:p>
          <a:p>
            <a:pPr algn="just">
              <a:lnSpc>
                <a:spcPct val="150000"/>
              </a:lnSpc>
            </a:pPr>
            <a:r>
              <a:rPr lang="en-US" sz="1400" dirty="0">
                <a:latin typeface="Times New Roman"/>
                <a:cs typeface="Times New Roman"/>
              </a:rPr>
              <a:t>Finally, I am deeply thankful to my peers and family for their unwavering support and motivation</a:t>
            </a:r>
          </a:p>
          <a:p>
            <a:pPr algn="just">
              <a:lnSpc>
                <a:spcPct val="150000"/>
              </a:lnSpc>
            </a:pPr>
            <a:r>
              <a:rPr lang="en-US" sz="1400" dirty="0">
                <a:latin typeface="Times New Roman"/>
                <a:cs typeface="Times New Roman"/>
              </a:rPr>
              <a:t>throughout this journey.</a:t>
            </a:r>
          </a:p>
          <a:p>
            <a:endParaRPr lang="en-US" sz="1400" dirty="0"/>
          </a:p>
        </p:txBody>
      </p:sp>
      <p:sp>
        <p:nvSpPr>
          <p:cNvPr id="8" name="TextBox 7">
            <a:extLst>
              <a:ext uri="{FF2B5EF4-FFF2-40B4-BE49-F238E27FC236}">
                <a16:creationId xmlns:a16="http://schemas.microsoft.com/office/drawing/2014/main" id="{58D43AF8-D1A2-0CC6-9DDE-78B5FFEB3DA7}"/>
              </a:ext>
            </a:extLst>
          </p:cNvPr>
          <p:cNvSpPr txBox="1"/>
          <p:nvPr/>
        </p:nvSpPr>
        <p:spPr>
          <a:xfrm>
            <a:off x="9448800" y="775971"/>
            <a:ext cx="184731" cy="369332"/>
          </a:xfrm>
          <a:prstGeom prst="rect">
            <a:avLst/>
          </a:prstGeom>
          <a:noFill/>
        </p:spPr>
        <p:txBody>
          <a:bodyPr wrap="none" rtlCol="0">
            <a:spAutoFit/>
          </a:bodyPr>
          <a:lstStyle/>
          <a:p>
            <a:endParaRPr lang="en-IN"/>
          </a:p>
        </p:txBody>
      </p:sp>
      <p:sp>
        <p:nvSpPr>
          <p:cNvPr id="7" name="TextBox 6">
            <a:extLst>
              <a:ext uri="{FF2B5EF4-FFF2-40B4-BE49-F238E27FC236}">
                <a16:creationId xmlns:a16="http://schemas.microsoft.com/office/drawing/2014/main" id="{72D58627-793E-C7B4-2C9E-7BFF6A1E7576}"/>
              </a:ext>
            </a:extLst>
          </p:cNvPr>
          <p:cNvSpPr txBox="1"/>
          <p:nvPr/>
        </p:nvSpPr>
        <p:spPr>
          <a:xfrm>
            <a:off x="6842760" y="10132298"/>
            <a:ext cx="4815840" cy="369332"/>
          </a:xfrm>
          <a:prstGeom prst="rect">
            <a:avLst/>
          </a:prstGeom>
          <a:noFill/>
        </p:spPr>
        <p:txBody>
          <a:bodyPr wrap="square">
            <a:spAutoFit/>
          </a:bodyPr>
          <a:lstStyle/>
          <a:p>
            <a:r>
              <a:rPr lang="en-US" dirty="0"/>
              <a:t>V</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59735" y="420116"/>
            <a:ext cx="2481580" cy="299720"/>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TABLE</a:t>
            </a:r>
            <a:r>
              <a:rPr sz="1800" b="1" spc="-55">
                <a:latin typeface="Times New Roman"/>
                <a:cs typeface="Times New Roman"/>
              </a:rPr>
              <a:t> </a:t>
            </a:r>
            <a:r>
              <a:rPr sz="1800" b="1">
                <a:latin typeface="Times New Roman"/>
                <a:cs typeface="Times New Roman"/>
              </a:rPr>
              <a:t>OF</a:t>
            </a:r>
            <a:r>
              <a:rPr sz="1800" b="1" spc="-30">
                <a:latin typeface="Times New Roman"/>
                <a:cs typeface="Times New Roman"/>
              </a:rPr>
              <a:t> </a:t>
            </a:r>
            <a:r>
              <a:rPr sz="1800" b="1" spc="-10">
                <a:latin typeface="Times New Roman"/>
                <a:cs typeface="Times New Roman"/>
              </a:rPr>
              <a:t>CONTENTS</a:t>
            </a:r>
            <a:endParaRPr sz="180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3414719286"/>
              </p:ext>
            </p:extLst>
          </p:nvPr>
        </p:nvGraphicFramePr>
        <p:xfrm>
          <a:off x="745038" y="906313"/>
          <a:ext cx="6568442" cy="6804618"/>
        </p:xfrm>
        <a:graphic>
          <a:graphicData uri="http://schemas.openxmlformats.org/drawingml/2006/table">
            <a:tbl>
              <a:tblPr firstRow="1" bandRow="1">
                <a:tableStyleId>{2D5ABB26-0587-4C30-8999-92F81FD0307C}</a:tableStyleId>
              </a:tblPr>
              <a:tblGrid>
                <a:gridCol w="939055">
                  <a:extLst>
                    <a:ext uri="{9D8B030D-6E8A-4147-A177-3AD203B41FA5}">
                      <a16:colId xmlns:a16="http://schemas.microsoft.com/office/drawing/2014/main" val="20000"/>
                    </a:ext>
                  </a:extLst>
                </a:gridCol>
                <a:gridCol w="563930">
                  <a:extLst>
                    <a:ext uri="{9D8B030D-6E8A-4147-A177-3AD203B41FA5}">
                      <a16:colId xmlns:a16="http://schemas.microsoft.com/office/drawing/2014/main" val="20001"/>
                    </a:ext>
                  </a:extLst>
                </a:gridCol>
                <a:gridCol w="4511549">
                  <a:extLst>
                    <a:ext uri="{9D8B030D-6E8A-4147-A177-3AD203B41FA5}">
                      <a16:colId xmlns:a16="http://schemas.microsoft.com/office/drawing/2014/main" val="20002"/>
                    </a:ext>
                  </a:extLst>
                </a:gridCol>
                <a:gridCol w="553908">
                  <a:extLst>
                    <a:ext uri="{9D8B030D-6E8A-4147-A177-3AD203B41FA5}">
                      <a16:colId xmlns:a16="http://schemas.microsoft.com/office/drawing/2014/main" val="20003"/>
                    </a:ext>
                  </a:extLst>
                </a:gridCol>
              </a:tblGrid>
              <a:tr h="455577">
                <a:tc>
                  <a:txBody>
                    <a:bodyPr/>
                    <a:lstStyle/>
                    <a:p>
                      <a:pPr marL="170180" marR="69215" indent="-158750">
                        <a:lnSpc>
                          <a:spcPts val="1380"/>
                        </a:lnSpc>
                      </a:pPr>
                      <a:r>
                        <a:rPr sz="1200" b="1" spc="-10" dirty="0">
                          <a:latin typeface="Times New Roman"/>
                          <a:cs typeface="Times New Roman"/>
                        </a:rPr>
                        <a:t>Chapter </a:t>
                      </a:r>
                      <a:r>
                        <a:rPr sz="1200" b="1" spc="-25" dirty="0">
                          <a:latin typeface="Times New Roman"/>
                          <a:cs typeface="Times New Roman"/>
                        </a:rPr>
                        <a:t>No.</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gn="ctr">
                        <a:lnSpc>
                          <a:spcPct val="100000"/>
                        </a:lnSpc>
                        <a:spcBef>
                          <a:spcPts val="625"/>
                        </a:spcBef>
                      </a:pPr>
                      <a:r>
                        <a:rPr sz="1200" b="1" dirty="0">
                          <a:latin typeface="Times New Roman"/>
                          <a:cs typeface="Times New Roman"/>
                        </a:rPr>
                        <a:t>Chapter</a:t>
                      </a:r>
                      <a:r>
                        <a:rPr sz="1200" b="1" spc="-25" dirty="0">
                          <a:latin typeface="Times New Roman"/>
                          <a:cs typeface="Times New Roman"/>
                        </a:rPr>
                        <a:t> </a:t>
                      </a:r>
                      <a:r>
                        <a:rPr sz="1200" b="1" spc="-20" dirty="0">
                          <a:latin typeface="Times New Roman"/>
                          <a:cs typeface="Times New Roman"/>
                        </a:rPr>
                        <a:t>Name</a:t>
                      </a:r>
                      <a:endParaRPr sz="1200" dirty="0">
                        <a:latin typeface="Times New Roman"/>
                        <a:cs typeface="Times New Roman"/>
                      </a:endParaRPr>
                    </a:p>
                  </a:txBody>
                  <a:tcPr marL="0" marR="0" marT="793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12725" marR="90805" indent="-44450">
                        <a:lnSpc>
                          <a:spcPts val="1380"/>
                        </a:lnSpc>
                      </a:pPr>
                      <a:r>
                        <a:rPr sz="1200" b="1" spc="-30" dirty="0">
                          <a:latin typeface="Times New Roman"/>
                          <a:cs typeface="Times New Roman"/>
                        </a:rPr>
                        <a:t>Page </a:t>
                      </a:r>
                      <a:r>
                        <a:rPr sz="1200" b="1" spc="-25" dirty="0">
                          <a:latin typeface="Times New Roman"/>
                          <a:cs typeface="Times New Roman"/>
                        </a:rPr>
                        <a:t>No.</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41682">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585"/>
                        </a:spcBef>
                      </a:pPr>
                      <a:r>
                        <a:rPr sz="1200" b="1" spc="-10" dirty="0">
                          <a:latin typeface="Times New Roman"/>
                          <a:cs typeface="Times New Roman"/>
                        </a:rPr>
                        <a:t>ABSTRACT</a:t>
                      </a:r>
                      <a:endParaRPr sz="1200" dirty="0">
                        <a:latin typeface="Times New Roman"/>
                        <a:cs typeface="Times New Roman"/>
                      </a:endParaRPr>
                    </a:p>
                  </a:txBody>
                  <a:tcPr marL="0" marR="0" marT="742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IV</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41682">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55"/>
                        </a:spcBef>
                      </a:pPr>
                      <a:r>
                        <a:rPr sz="1200" dirty="0">
                          <a:latin typeface="Times New Roman"/>
                          <a:cs typeface="Times New Roman"/>
                        </a:rPr>
                        <a:t>LIST</a:t>
                      </a:r>
                      <a:r>
                        <a:rPr sz="1200" spc="-3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spc="-10" dirty="0">
                          <a:latin typeface="Times New Roman"/>
                          <a:cs typeface="Times New Roman"/>
                        </a:rPr>
                        <a:t>FIGURES</a:t>
                      </a:r>
                      <a:endParaRPr sz="1200" dirty="0">
                        <a:latin typeface="Times New Roman"/>
                        <a:cs typeface="Times New Roman"/>
                      </a:endParaRPr>
                    </a:p>
                  </a:txBody>
                  <a:tcPr marL="0" marR="0" marT="196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VII</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03718">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04"/>
                        </a:spcBef>
                      </a:pPr>
                      <a:r>
                        <a:rPr sz="1200" dirty="0">
                          <a:latin typeface="Times New Roman"/>
                          <a:cs typeface="Times New Roman"/>
                        </a:rPr>
                        <a:t>LIST</a:t>
                      </a:r>
                      <a:r>
                        <a:rPr sz="1200" spc="-3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spc="-10" dirty="0">
                          <a:latin typeface="Times New Roman"/>
                          <a:cs typeface="Times New Roman"/>
                        </a:rPr>
                        <a:t>TABLES</a:t>
                      </a:r>
                      <a:endParaRPr sz="1200" dirty="0">
                        <a:latin typeface="Times New Roman"/>
                        <a:cs typeface="Times New Roman"/>
                      </a:endParaRPr>
                    </a:p>
                  </a:txBody>
                  <a:tcPr marL="0" marR="0" marT="2603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VII</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03718">
                <a:tc>
                  <a:txBody>
                    <a:bodyPr/>
                    <a:lstStyle/>
                    <a:p>
                      <a:pPr marL="98425" algn="ctr">
                        <a:lnSpc>
                          <a:spcPct val="100000"/>
                        </a:lnSpc>
                        <a:spcBef>
                          <a:spcPts val="204"/>
                        </a:spcBef>
                      </a:pPr>
                      <a:r>
                        <a:rPr sz="1200" b="1" spc="-25" dirty="0">
                          <a:latin typeface="Times New Roman"/>
                          <a:cs typeface="Times New Roman"/>
                        </a:rPr>
                        <a:t>1.</a:t>
                      </a:r>
                      <a:endParaRPr sz="1200" dirty="0">
                        <a:latin typeface="Times New Roman"/>
                        <a:cs typeface="Times New Roman"/>
                      </a:endParaRPr>
                    </a:p>
                  </a:txBody>
                  <a:tcPr marL="0" marR="0" marT="26034"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marL="74295">
                        <a:lnSpc>
                          <a:spcPct val="100000"/>
                        </a:lnSpc>
                        <a:spcBef>
                          <a:spcPts val="204"/>
                        </a:spcBef>
                      </a:pPr>
                      <a:r>
                        <a:rPr sz="1200" b="1" spc="-10" dirty="0">
                          <a:latin typeface="Times New Roman"/>
                          <a:cs typeface="Times New Roman"/>
                        </a:rPr>
                        <a:t>INTRODUCTION</a:t>
                      </a:r>
                      <a:endParaRPr sz="1200" dirty="0">
                        <a:latin typeface="Times New Roman"/>
                        <a:cs typeface="Times New Roman"/>
                      </a:endParaRPr>
                    </a:p>
                  </a:txBody>
                  <a:tcPr marL="0" marR="0" marT="260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a:lnSpc>
                          <a:spcPct val="100000"/>
                        </a:lnSpc>
                      </a:pPr>
                      <a:r>
                        <a:rPr lang="en-US" sz="1200" dirty="0">
                          <a:latin typeface="Times New Roman"/>
                          <a:cs typeface="Times New Roman"/>
                        </a:rPr>
                        <a:t>1</a:t>
                      </a:r>
                      <a:endParaRPr sz="1200" dirty="0">
                        <a:latin typeface="Times New Roman"/>
                        <a:cs typeface="Times New Roman"/>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cap="flat" cmpd="sng" algn="ctr">
                      <a:solidFill>
                        <a:srgbClr val="000000"/>
                      </a:solidFill>
                      <a:prstDash val="solid"/>
                      <a:round/>
                      <a:headEnd type="none" w="med" len="med"/>
                      <a:tailEnd type="none" w="med" len="med"/>
                    </a:lnT>
                    <a:lnB w="6350">
                      <a:solidFill>
                        <a:srgbClr val="000000"/>
                      </a:solidFill>
                      <a:prstDash val="solid"/>
                    </a:lnB>
                  </a:tcPr>
                </a:tc>
                <a:extLst>
                  <a:ext uri="{0D108BD9-81ED-4DB2-BD59-A6C34878D82A}">
                    <a16:rowId xmlns:a16="http://schemas.microsoft.com/office/drawing/2014/main" val="10005"/>
                  </a:ext>
                </a:extLst>
              </a:tr>
              <a:tr h="322700">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50"/>
                        </a:spcBef>
                      </a:pPr>
                      <a:r>
                        <a:rPr sz="1200" spc="-25" dirty="0">
                          <a:latin typeface="Times New Roman"/>
                          <a:cs typeface="Times New Roman"/>
                        </a:rPr>
                        <a:t>1.1</a:t>
                      </a:r>
                      <a:endParaRPr sz="1200" dirty="0">
                        <a:latin typeface="Times New Roman"/>
                        <a:cs typeface="Times New Roman"/>
                      </a:endParaRPr>
                    </a:p>
                  </a:txBody>
                  <a:tcPr marL="0" marR="0" marT="31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50"/>
                        </a:spcBef>
                      </a:pPr>
                      <a:r>
                        <a:rPr sz="1200" spc="-10" dirty="0">
                          <a:latin typeface="Times New Roman"/>
                          <a:cs typeface="Times New Roman"/>
                        </a:rPr>
                        <a:t>MOTIVATION</a:t>
                      </a:r>
                      <a:endParaRPr sz="1200" dirty="0">
                        <a:latin typeface="Times New Roman"/>
                        <a:cs typeface="Times New Roman"/>
                      </a:endParaRPr>
                    </a:p>
                  </a:txBody>
                  <a:tcPr marL="0" marR="0" marT="31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1</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84735">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90"/>
                        </a:spcBef>
                      </a:pPr>
                      <a:r>
                        <a:rPr sz="1200" spc="-25" dirty="0">
                          <a:latin typeface="Times New Roman"/>
                          <a:cs typeface="Times New Roman"/>
                        </a:rPr>
                        <a:t>1.2</a:t>
                      </a:r>
                      <a:endParaRPr sz="1200" dirty="0">
                        <a:latin typeface="Times New Roman"/>
                        <a:cs typeface="Times New Roman"/>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15"/>
                        </a:spcBef>
                      </a:pPr>
                      <a:r>
                        <a:rPr sz="1200" b="1" dirty="0">
                          <a:latin typeface="Times New Roman"/>
                          <a:cs typeface="Times New Roman"/>
                        </a:rPr>
                        <a:t>OBJECTIVES</a:t>
                      </a:r>
                      <a:r>
                        <a:rPr sz="1200" b="1" spc="-25" dirty="0">
                          <a:latin typeface="Times New Roman"/>
                          <a:cs typeface="Times New Roman"/>
                        </a:rPr>
                        <a:t> </a:t>
                      </a:r>
                      <a:r>
                        <a:rPr sz="1200" b="1" spc="-10" dirty="0">
                          <a:latin typeface="Times New Roman"/>
                          <a:cs typeface="Times New Roman"/>
                        </a:rPr>
                        <a:t>OF</a:t>
                      </a:r>
                      <a:r>
                        <a:rPr sz="1200" b="1" spc="-6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spc="-10" dirty="0">
                          <a:latin typeface="Times New Roman"/>
                          <a:cs typeface="Times New Roman"/>
                        </a:rPr>
                        <a:t>PROJECT</a:t>
                      </a:r>
                      <a:endParaRPr sz="1200" dirty="0">
                        <a:latin typeface="Times New Roman"/>
                        <a:cs typeface="Times New Roman"/>
                      </a:endParaRPr>
                    </a:p>
                  </a:txBody>
                  <a:tcPr marL="0" marR="0" marT="273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1</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03718">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65"/>
                        </a:spcBef>
                      </a:pPr>
                      <a:r>
                        <a:rPr sz="1200" spc="-25" dirty="0">
                          <a:latin typeface="Times New Roman"/>
                          <a:cs typeface="Times New Roman"/>
                        </a:rPr>
                        <a:t>1.3</a:t>
                      </a:r>
                      <a:endParaRPr sz="1200" dirty="0">
                        <a:latin typeface="Times New Roman"/>
                        <a:cs typeface="Times New Roman"/>
                      </a:endParaRPr>
                    </a:p>
                  </a:txBody>
                  <a:tcPr marL="0" marR="0" marT="209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65"/>
                        </a:spcBef>
                      </a:pPr>
                      <a:r>
                        <a:rPr sz="1200" dirty="0">
                          <a:latin typeface="Times New Roman"/>
                          <a:cs typeface="Times New Roman"/>
                        </a:rPr>
                        <a:t>PROJECT</a:t>
                      </a:r>
                      <a:r>
                        <a:rPr sz="1200" spc="-50" dirty="0">
                          <a:latin typeface="Times New Roman"/>
                          <a:cs typeface="Times New Roman"/>
                        </a:rPr>
                        <a:t> </a:t>
                      </a:r>
                      <a:r>
                        <a:rPr sz="1200" dirty="0">
                          <a:latin typeface="Times New Roman"/>
                          <a:cs typeface="Times New Roman"/>
                        </a:rPr>
                        <a:t>REPORT</a:t>
                      </a:r>
                      <a:r>
                        <a:rPr sz="1200" spc="-55" dirty="0">
                          <a:latin typeface="Times New Roman"/>
                          <a:cs typeface="Times New Roman"/>
                        </a:rPr>
                        <a:t> </a:t>
                      </a:r>
                      <a:r>
                        <a:rPr sz="1200" spc="-10" dirty="0">
                          <a:latin typeface="Times New Roman"/>
                          <a:cs typeface="Times New Roman"/>
                        </a:rPr>
                        <a:t>OUTLINE</a:t>
                      </a:r>
                      <a:endParaRPr sz="1200" dirty="0">
                        <a:latin typeface="Times New Roman"/>
                        <a:cs typeface="Times New Roman"/>
                      </a:endParaRPr>
                    </a:p>
                  </a:txBody>
                  <a:tcPr marL="0" marR="0" marT="209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1</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03718">
                <a:tc>
                  <a:txBody>
                    <a:bodyPr/>
                    <a:lstStyle/>
                    <a:p>
                      <a:pPr marL="77470" algn="ctr">
                        <a:lnSpc>
                          <a:spcPts val="1380"/>
                        </a:lnSpc>
                      </a:pPr>
                      <a:r>
                        <a:rPr sz="1200" b="1" spc="-25" dirty="0">
                          <a:latin typeface="Times New Roman"/>
                          <a:cs typeface="Times New Roman"/>
                        </a:rPr>
                        <a:t>2.</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04"/>
                        </a:spcBef>
                      </a:pPr>
                      <a:r>
                        <a:rPr sz="1200" b="1" dirty="0">
                          <a:latin typeface="Times New Roman"/>
                          <a:cs typeface="Times New Roman"/>
                        </a:rPr>
                        <a:t>LITERATURE</a:t>
                      </a:r>
                      <a:r>
                        <a:rPr sz="1200" b="1" spc="-10" dirty="0">
                          <a:latin typeface="Times New Roman"/>
                          <a:cs typeface="Times New Roman"/>
                        </a:rPr>
                        <a:t> SURVEY</a:t>
                      </a:r>
                      <a:endParaRPr sz="1200" dirty="0">
                        <a:latin typeface="Times New Roman"/>
                        <a:cs typeface="Times New Roman"/>
                      </a:endParaRPr>
                    </a:p>
                  </a:txBody>
                  <a:tcPr marL="0" marR="0" marT="2603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2</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03718">
                <a:tc>
                  <a:txBody>
                    <a:bodyPr/>
                    <a:lstStyle/>
                    <a:p>
                      <a:pPr marL="74295" algn="ctr">
                        <a:lnSpc>
                          <a:spcPct val="100000"/>
                        </a:lnSpc>
                        <a:spcBef>
                          <a:spcPts val="165"/>
                        </a:spcBef>
                      </a:pPr>
                      <a:r>
                        <a:rPr sz="1200" b="1" spc="-25" dirty="0">
                          <a:latin typeface="Times New Roman"/>
                          <a:cs typeface="Times New Roman"/>
                        </a:rPr>
                        <a:t>3.</a:t>
                      </a:r>
                      <a:endParaRPr sz="1200" dirty="0">
                        <a:latin typeface="Times New Roman"/>
                        <a:cs typeface="Times New Roman"/>
                      </a:endParaRPr>
                    </a:p>
                  </a:txBody>
                  <a:tcPr marL="0" marR="0" marT="209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65"/>
                        </a:spcBef>
                      </a:pPr>
                      <a:r>
                        <a:rPr sz="1200" b="1" dirty="0">
                          <a:latin typeface="Times New Roman"/>
                          <a:cs typeface="Times New Roman"/>
                        </a:rPr>
                        <a:t>REQUIREMENTS</a:t>
                      </a:r>
                      <a:r>
                        <a:rPr sz="1200" b="1" spc="-55" dirty="0">
                          <a:latin typeface="Times New Roman"/>
                          <a:cs typeface="Times New Roman"/>
                        </a:rPr>
                        <a:t> </a:t>
                      </a:r>
                      <a:r>
                        <a:rPr sz="1200" b="1" spc="-10" dirty="0">
                          <a:latin typeface="Times New Roman"/>
                          <a:cs typeface="Times New Roman"/>
                        </a:rPr>
                        <a:t>SPECIFICATION</a:t>
                      </a:r>
                      <a:endParaRPr sz="1200" dirty="0">
                        <a:latin typeface="Times New Roman"/>
                        <a:cs typeface="Times New Roman"/>
                      </a:endParaRPr>
                    </a:p>
                  </a:txBody>
                  <a:tcPr marL="0" marR="0" marT="209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3</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41682">
                <a:tc>
                  <a:txBody>
                    <a:bodyPr/>
                    <a:lstStyle/>
                    <a:p>
                      <a:pPr>
                        <a:lnSpc>
                          <a:spcPct val="100000"/>
                        </a:lnSpc>
                      </a:pP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300"/>
                        </a:spcBef>
                      </a:pPr>
                      <a:r>
                        <a:rPr sz="1200" spc="-25" dirty="0">
                          <a:latin typeface="Times New Roman"/>
                          <a:cs typeface="Times New Roman"/>
                        </a:rPr>
                        <a:t>3.1</a:t>
                      </a:r>
                      <a:endParaRPr sz="1200" dirty="0">
                        <a:latin typeface="Times New Roman"/>
                        <a:cs typeface="Times New Roman"/>
                      </a:endParaRPr>
                    </a:p>
                  </a:txBody>
                  <a:tcPr marL="0" marR="0" marT="381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300"/>
                        </a:spcBef>
                      </a:pPr>
                      <a:r>
                        <a:rPr sz="1200" dirty="0">
                          <a:latin typeface="Times New Roman"/>
                          <a:cs typeface="Times New Roman"/>
                        </a:rPr>
                        <a:t>SOFTWARE</a:t>
                      </a:r>
                      <a:r>
                        <a:rPr sz="1200" spc="-6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txBody>
                  <a:tcPr marL="0" marR="0" marT="381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3</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41682">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90"/>
                        </a:spcBef>
                      </a:pPr>
                      <a:r>
                        <a:rPr sz="1200" spc="-25" dirty="0">
                          <a:latin typeface="Times New Roman"/>
                          <a:cs typeface="Times New Roman"/>
                        </a:rPr>
                        <a:t>3.2</a:t>
                      </a:r>
                      <a:endParaRPr sz="1200" dirty="0">
                        <a:latin typeface="Times New Roman"/>
                        <a:cs typeface="Times New Roman"/>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90"/>
                        </a:spcBef>
                      </a:pPr>
                      <a:r>
                        <a:rPr sz="1200" dirty="0">
                          <a:latin typeface="Times New Roman"/>
                          <a:cs typeface="Times New Roman"/>
                        </a:rPr>
                        <a:t>HARDWARE</a:t>
                      </a:r>
                      <a:r>
                        <a:rPr sz="1200" spc="-4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3</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303718">
                <a:tc>
                  <a:txBody>
                    <a:bodyPr/>
                    <a:lstStyle/>
                    <a:p>
                      <a:pPr marL="74295" algn="ctr">
                        <a:lnSpc>
                          <a:spcPct val="100000"/>
                        </a:lnSpc>
                        <a:spcBef>
                          <a:spcPts val="225"/>
                        </a:spcBef>
                      </a:pPr>
                      <a:r>
                        <a:rPr sz="1200" b="1" spc="-25" dirty="0">
                          <a:latin typeface="Times New Roman"/>
                          <a:cs typeface="Times New Roman"/>
                        </a:rPr>
                        <a:t>4.</a:t>
                      </a:r>
                      <a:endParaRPr sz="1200" dirty="0">
                        <a:latin typeface="Times New Roman"/>
                        <a:cs typeface="Times New Roman"/>
                      </a:endParaRPr>
                    </a:p>
                  </a:txBody>
                  <a:tcPr marL="0" marR="0" marT="285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85"/>
                        </a:spcBef>
                      </a:pPr>
                      <a:r>
                        <a:rPr sz="1200" b="1" spc="-10" dirty="0">
                          <a:latin typeface="Times New Roman"/>
                          <a:cs typeface="Times New Roman"/>
                        </a:rPr>
                        <a:t>IMPLEMENTATION</a:t>
                      </a:r>
                      <a:endParaRPr sz="1200" dirty="0">
                        <a:latin typeface="Times New Roman"/>
                        <a:cs typeface="Times New Roman"/>
                      </a:endParaRPr>
                    </a:p>
                  </a:txBody>
                  <a:tcPr marL="0" marR="0" marT="361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4</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303639">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54"/>
                        </a:spcBef>
                      </a:pPr>
                      <a:r>
                        <a:rPr sz="1200" spc="-25" dirty="0">
                          <a:latin typeface="Times New Roman"/>
                          <a:cs typeface="Times New Roman"/>
                        </a:rPr>
                        <a:t>4.1</a:t>
                      </a:r>
                      <a:endParaRPr sz="1200" dirty="0">
                        <a:latin typeface="Times New Roman"/>
                        <a:cs typeface="Times New Roman"/>
                      </a:endParaRPr>
                    </a:p>
                  </a:txBody>
                  <a:tcPr marL="0" marR="0" marT="3238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54"/>
                        </a:spcBef>
                      </a:pPr>
                      <a:r>
                        <a:rPr sz="1200" dirty="0">
                          <a:latin typeface="Times New Roman"/>
                          <a:cs typeface="Times New Roman"/>
                        </a:rPr>
                        <a:t>Explanation</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Module</a:t>
                      </a:r>
                      <a:r>
                        <a:rPr sz="1200" spc="-30" dirty="0">
                          <a:latin typeface="Times New Roman"/>
                          <a:cs typeface="Times New Roman"/>
                        </a:rPr>
                        <a:t> </a:t>
                      </a:r>
                      <a:r>
                        <a:rPr sz="1200" dirty="0">
                          <a:latin typeface="Times New Roman"/>
                          <a:cs typeface="Times New Roman"/>
                        </a:rPr>
                        <a:t>1</a:t>
                      </a:r>
                      <a:r>
                        <a:rPr sz="1200" spc="-3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code</a:t>
                      </a:r>
                      <a:r>
                        <a:rPr sz="1200" spc="-35" dirty="0">
                          <a:latin typeface="Times New Roman"/>
                          <a:cs typeface="Times New Roman"/>
                        </a:rPr>
                        <a:t> </a:t>
                      </a:r>
                      <a:r>
                        <a:rPr sz="1200" spc="-10" dirty="0">
                          <a:latin typeface="Times New Roman"/>
                          <a:cs typeface="Times New Roman"/>
                        </a:rPr>
                        <a:t>snippets</a:t>
                      </a:r>
                      <a:endParaRPr sz="1200" dirty="0">
                        <a:latin typeface="Times New Roman"/>
                        <a:cs typeface="Times New Roman"/>
                      </a:endParaRPr>
                    </a:p>
                  </a:txBody>
                  <a:tcPr marL="0" marR="0" marT="3238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5</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322700">
                <a:tc>
                  <a:txBody>
                    <a:bodyPr/>
                    <a:lstStyle/>
                    <a:p>
                      <a:pPr marL="74295" algn="ctr">
                        <a:lnSpc>
                          <a:spcPct val="100000"/>
                        </a:lnSpc>
                        <a:spcBef>
                          <a:spcPts val="240"/>
                        </a:spcBef>
                      </a:pPr>
                      <a:r>
                        <a:rPr sz="1200" b="1" spc="-25" dirty="0">
                          <a:latin typeface="Times New Roman"/>
                          <a:cs typeface="Times New Roman"/>
                        </a:rPr>
                        <a:t>5.</a:t>
                      </a:r>
                      <a:endParaRPr sz="1200" dirty="0">
                        <a:latin typeface="Times New Roman"/>
                        <a:cs typeface="Times New Roman"/>
                      </a:endParaRPr>
                    </a:p>
                  </a:txBody>
                  <a:tcPr marL="0" marR="0" marT="30480" marB="0">
                    <a:lnL w="6350">
                      <a:solidFill>
                        <a:srgbClr val="000000"/>
                      </a:solidFill>
                      <a:prstDash val="soli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marL="74295">
                        <a:lnSpc>
                          <a:spcPct val="100000"/>
                        </a:lnSpc>
                        <a:spcBef>
                          <a:spcPts val="240"/>
                        </a:spcBef>
                      </a:pPr>
                      <a:r>
                        <a:rPr sz="1200" b="1" spc="-10" dirty="0">
                          <a:latin typeface="Times New Roman"/>
                          <a:cs typeface="Times New Roman"/>
                        </a:rPr>
                        <a:t>TESTING</a:t>
                      </a:r>
                      <a:endParaRPr sz="1200" dirty="0">
                        <a:latin typeface="Times New Roman"/>
                        <a:cs typeface="Times New Roman"/>
                      </a:endParaRPr>
                    </a:p>
                  </a:txBody>
                  <a:tcPr marL="0" marR="0" marT="3048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tcPr>
                </a:tc>
                <a:tc>
                  <a:txBody>
                    <a:bodyPr/>
                    <a:lstStyle/>
                    <a:p>
                      <a:pPr>
                        <a:lnSpc>
                          <a:spcPct val="100000"/>
                        </a:lnSpc>
                      </a:pPr>
                      <a:r>
                        <a:rPr lang="en-US" sz="1200" dirty="0">
                          <a:latin typeface="Times New Roman"/>
                          <a:cs typeface="Times New Roman"/>
                        </a:rPr>
                        <a:t>5-6</a:t>
                      </a:r>
                      <a:endParaRPr sz="1200" dirty="0">
                        <a:latin typeface="Times New Roman"/>
                        <a:cs typeface="Times New Roman"/>
                      </a:endParaRPr>
                    </a:p>
                  </a:txBody>
                  <a:tcPr marL="0" marR="0" marT="0" marB="0">
                    <a:lnL w="6350" cap="flat" cmpd="sng" algn="ctr">
                      <a:solidFill>
                        <a:srgbClr val="000000"/>
                      </a:solidFill>
                      <a:prstDash val="solid"/>
                      <a:round/>
                      <a:headEnd type="none" w="med" len="med"/>
                      <a:tailEnd type="none" w="med" len="med"/>
                    </a:lnL>
                    <a:lnR w="6350">
                      <a:solidFill>
                        <a:srgbClr val="000000"/>
                      </a:solidFill>
                      <a:prstDash val="solid"/>
                    </a:lnR>
                    <a:lnT w="6350" cap="flat" cmpd="sng" algn="ctr">
                      <a:solidFill>
                        <a:srgbClr val="000000"/>
                      </a:solidFill>
                      <a:prstDash val="solid"/>
                      <a:round/>
                      <a:headEnd type="none" w="med" len="med"/>
                      <a:tailEnd type="none" w="med" len="med"/>
                    </a:lnT>
                    <a:lnB w="6350">
                      <a:solidFill>
                        <a:srgbClr val="000000"/>
                      </a:solidFill>
                      <a:prstDash val="solid"/>
                    </a:lnB>
                  </a:tcPr>
                </a:tc>
                <a:extLst>
                  <a:ext uri="{0D108BD9-81ED-4DB2-BD59-A6C34878D82A}">
                    <a16:rowId xmlns:a16="http://schemas.microsoft.com/office/drawing/2014/main" val="10017"/>
                  </a:ext>
                </a:extLst>
              </a:tr>
              <a:tr h="303718">
                <a:tc>
                  <a:txBody>
                    <a:bodyPr/>
                    <a:lstStyle/>
                    <a:p>
                      <a:pPr marL="74295" algn="ctr">
                        <a:lnSpc>
                          <a:spcPct val="100000"/>
                        </a:lnSpc>
                        <a:spcBef>
                          <a:spcPts val="225"/>
                        </a:spcBef>
                      </a:pPr>
                      <a:r>
                        <a:rPr sz="1200" b="1" spc="-25" dirty="0">
                          <a:latin typeface="Times New Roman"/>
                          <a:cs typeface="Times New Roman"/>
                        </a:rPr>
                        <a:t>6.</a:t>
                      </a:r>
                      <a:endParaRPr sz="1200" dirty="0">
                        <a:latin typeface="Times New Roman"/>
                        <a:cs typeface="Times New Roman"/>
                      </a:endParaRPr>
                    </a:p>
                  </a:txBody>
                  <a:tcPr marL="0" marR="0" marT="285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2395">
                        <a:lnSpc>
                          <a:spcPct val="100000"/>
                        </a:lnSpc>
                        <a:spcBef>
                          <a:spcPts val="180"/>
                        </a:spcBef>
                      </a:pPr>
                      <a:r>
                        <a:rPr sz="1200" b="1" spc="-10" dirty="0">
                          <a:latin typeface="Times New Roman"/>
                          <a:cs typeface="Times New Roman"/>
                        </a:rPr>
                        <a:t>RESULTS</a:t>
                      </a:r>
                      <a:endParaRPr sz="1200" dirty="0">
                        <a:latin typeface="Times New Roman"/>
                        <a:cs typeface="Times New Roman"/>
                      </a:endParaRPr>
                    </a:p>
                  </a:txBody>
                  <a:tcPr marL="0" marR="0" marT="228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7</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8"/>
                  </a:ext>
                </a:extLst>
              </a:tr>
              <a:tr h="284735">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20"/>
                        </a:spcBef>
                      </a:pPr>
                      <a:r>
                        <a:rPr sz="1200" spc="-25" dirty="0">
                          <a:latin typeface="Times New Roman"/>
                          <a:cs typeface="Times New Roman"/>
                        </a:rPr>
                        <a:t>6.1</a:t>
                      </a:r>
                      <a:endParaRPr sz="1200" dirty="0">
                        <a:latin typeface="Times New Roman"/>
                        <a:cs typeface="Times New Roman"/>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120"/>
                        </a:spcBef>
                      </a:pPr>
                      <a:r>
                        <a:rPr sz="1200" spc="-10" dirty="0">
                          <a:latin typeface="Times New Roman"/>
                          <a:cs typeface="Times New Roman"/>
                        </a:rPr>
                        <a:t>SNAPSHOTS</a:t>
                      </a:r>
                      <a:endParaRPr sz="1200" dirty="0">
                        <a:latin typeface="Times New Roman"/>
                        <a:cs typeface="Times New Roman"/>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7</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9"/>
                  </a:ext>
                </a:extLst>
              </a:tr>
              <a:tr h="303718">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40"/>
                        </a:spcBef>
                      </a:pPr>
                      <a:r>
                        <a:rPr sz="1200" b="1" spc="-10" dirty="0">
                          <a:latin typeface="Times New Roman"/>
                          <a:cs typeface="Times New Roman"/>
                        </a:rPr>
                        <a:t>CONCLUSION</a:t>
                      </a:r>
                      <a:endParaRPr sz="1200" dirty="0">
                        <a:latin typeface="Times New Roman"/>
                        <a:cs typeface="Times New Roman"/>
                      </a:endParaRPr>
                    </a:p>
                  </a:txBody>
                  <a:tcPr marL="0" marR="0" marT="304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8</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0"/>
                  </a:ext>
                </a:extLst>
              </a:tr>
              <a:tr h="284735">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40"/>
                        </a:spcBef>
                      </a:pPr>
                      <a:r>
                        <a:rPr sz="1200" b="1" spc="-10" dirty="0">
                          <a:latin typeface="Times New Roman"/>
                          <a:cs typeface="Times New Roman"/>
                        </a:rPr>
                        <a:t>LIMITATIONS</a:t>
                      </a:r>
                      <a:endParaRPr sz="1200" dirty="0">
                        <a:latin typeface="Times New Roman"/>
                        <a:cs typeface="Times New Roman"/>
                      </a:endParaRPr>
                    </a:p>
                  </a:txBody>
                  <a:tcPr marL="0" marR="0" marT="304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9</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1"/>
                  </a:ext>
                </a:extLst>
              </a:tr>
              <a:tr h="265753">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240"/>
                        </a:spcBef>
                      </a:pPr>
                      <a:r>
                        <a:rPr sz="1200" b="1" dirty="0">
                          <a:latin typeface="Times New Roman"/>
                          <a:cs typeface="Times New Roman"/>
                        </a:rPr>
                        <a:t>FUTURE</a:t>
                      </a:r>
                      <a:r>
                        <a:rPr sz="1200" b="1" spc="-30" dirty="0">
                          <a:latin typeface="Times New Roman"/>
                          <a:cs typeface="Times New Roman"/>
                        </a:rPr>
                        <a:t> </a:t>
                      </a:r>
                      <a:r>
                        <a:rPr sz="1200" b="1" spc="-10" dirty="0">
                          <a:latin typeface="Times New Roman"/>
                          <a:cs typeface="Times New Roman"/>
                        </a:rPr>
                        <a:t>ENHANCEMENTS</a:t>
                      </a:r>
                      <a:endParaRPr sz="1200" dirty="0">
                        <a:latin typeface="Times New Roman"/>
                        <a:cs typeface="Times New Roman"/>
                      </a:endParaRPr>
                    </a:p>
                  </a:txBody>
                  <a:tcPr marL="0" marR="0" marT="304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10</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2"/>
                  </a:ext>
                </a:extLst>
              </a:tr>
              <a:tr h="405749">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a:lnSpc>
                          <a:spcPct val="100000"/>
                        </a:lnSpc>
                        <a:spcBef>
                          <a:spcPts val="335"/>
                        </a:spcBef>
                      </a:pPr>
                      <a:r>
                        <a:rPr sz="1200" b="1" spc="-10" dirty="0">
                          <a:latin typeface="Times New Roman"/>
                          <a:cs typeface="Times New Roman"/>
                        </a:rPr>
                        <a:t>REFERENCES</a:t>
                      </a:r>
                      <a:endParaRPr sz="1200" dirty="0">
                        <a:latin typeface="Times New Roman"/>
                        <a:cs typeface="Times New Roman"/>
                      </a:endParaRPr>
                    </a:p>
                  </a:txBody>
                  <a:tcPr marL="0" marR="0" marT="425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r>
                        <a:rPr lang="en-US" sz="1200" dirty="0">
                          <a:latin typeface="Times New Roman"/>
                          <a:cs typeface="Times New Roman"/>
                        </a:rPr>
                        <a:t>11</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3"/>
                  </a:ext>
                </a:extLst>
              </a:tr>
            </a:tbl>
          </a:graphicData>
        </a:graphic>
      </p:graphicFrame>
      <p:sp>
        <p:nvSpPr>
          <p:cNvPr id="8" name="TextBox 7">
            <a:extLst>
              <a:ext uri="{FF2B5EF4-FFF2-40B4-BE49-F238E27FC236}">
                <a16:creationId xmlns:a16="http://schemas.microsoft.com/office/drawing/2014/main" id="{9DCD0944-2EDB-712A-B582-5AC0B1BA8D82}"/>
              </a:ext>
            </a:extLst>
          </p:cNvPr>
          <p:cNvSpPr txBox="1"/>
          <p:nvPr/>
        </p:nvSpPr>
        <p:spPr>
          <a:xfrm>
            <a:off x="6934201" y="10188021"/>
            <a:ext cx="28491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solidFill>
                  <a:srgbClr val="000000"/>
                </a:solidFill>
              </a:rPr>
              <a:t>VI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620" y="563879"/>
            <a:ext cx="5981065" cy="56515"/>
          </a:xfrm>
          <a:custGeom>
            <a:avLst/>
            <a:gdLst/>
            <a:ahLst/>
            <a:cxnLst/>
            <a:rect l="l" t="t" r="r" b="b"/>
            <a:pathLst>
              <a:path w="5981065" h="56515">
                <a:moveTo>
                  <a:pt x="5981065" y="18415"/>
                </a:moveTo>
                <a:lnTo>
                  <a:pt x="0" y="18415"/>
                </a:lnTo>
                <a:lnTo>
                  <a:pt x="0" y="56515"/>
                </a:lnTo>
                <a:lnTo>
                  <a:pt x="5981065" y="56515"/>
                </a:lnTo>
                <a:lnTo>
                  <a:pt x="5981065" y="18415"/>
                </a:lnTo>
                <a:close/>
              </a:path>
              <a:path w="5981065" h="56515">
                <a:moveTo>
                  <a:pt x="5981065" y="0"/>
                </a:moveTo>
                <a:lnTo>
                  <a:pt x="0" y="0"/>
                </a:lnTo>
                <a:lnTo>
                  <a:pt x="0" y="8890"/>
                </a:lnTo>
                <a:lnTo>
                  <a:pt x="5981065" y="8890"/>
                </a:lnTo>
                <a:lnTo>
                  <a:pt x="5981065" y="0"/>
                </a:lnTo>
                <a:close/>
              </a:path>
            </a:pathLst>
          </a:custGeom>
          <a:solidFill>
            <a:srgbClr val="5F2120"/>
          </a:solidFill>
        </p:spPr>
        <p:txBody>
          <a:bodyPr wrap="square" lIns="0" tIns="0" rIns="0" bIns="0" rtlCol="0"/>
          <a:lstStyle/>
          <a:p>
            <a:endParaRPr/>
          </a:p>
        </p:txBody>
      </p:sp>
      <p:sp>
        <p:nvSpPr>
          <p:cNvPr id="3" name="object 3"/>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4" name="object 4"/>
          <p:cNvSpPr/>
          <p:nvPr/>
        </p:nvSpPr>
        <p:spPr>
          <a:xfrm>
            <a:off x="896620" y="9547859"/>
            <a:ext cx="5981065" cy="56515"/>
          </a:xfrm>
          <a:custGeom>
            <a:avLst/>
            <a:gdLst/>
            <a:ahLst/>
            <a:cxnLst/>
            <a:rect l="l" t="t" r="r" b="b"/>
            <a:pathLst>
              <a:path w="5981065" h="56515">
                <a:moveTo>
                  <a:pt x="5981065" y="46990"/>
                </a:moveTo>
                <a:lnTo>
                  <a:pt x="0" y="46990"/>
                </a:lnTo>
                <a:lnTo>
                  <a:pt x="0" y="56515"/>
                </a:lnTo>
                <a:lnTo>
                  <a:pt x="5981065" y="56515"/>
                </a:lnTo>
                <a:lnTo>
                  <a:pt x="5981065" y="46990"/>
                </a:lnTo>
                <a:close/>
              </a:path>
              <a:path w="5981065" h="56515">
                <a:moveTo>
                  <a:pt x="5981065" y="0"/>
                </a:moveTo>
                <a:lnTo>
                  <a:pt x="0" y="0"/>
                </a:lnTo>
                <a:lnTo>
                  <a:pt x="0" y="38100"/>
                </a:lnTo>
                <a:lnTo>
                  <a:pt x="5981065" y="38100"/>
                </a:lnTo>
                <a:lnTo>
                  <a:pt x="5981065" y="0"/>
                </a:lnTo>
                <a:close/>
              </a:path>
            </a:pathLst>
          </a:custGeom>
          <a:solidFill>
            <a:srgbClr val="5F2120"/>
          </a:solidFill>
        </p:spPr>
        <p:txBody>
          <a:bodyPr wrap="square" lIns="0" tIns="0" rIns="0" bIns="0" rtlCol="0"/>
          <a:lstStyle/>
          <a:p>
            <a:endParaRPr/>
          </a:p>
        </p:txBody>
      </p:sp>
      <p:sp>
        <p:nvSpPr>
          <p:cNvPr id="5" name="object 5"/>
          <p:cNvSpPr txBox="1"/>
          <p:nvPr/>
        </p:nvSpPr>
        <p:spPr>
          <a:xfrm>
            <a:off x="902004" y="9597643"/>
            <a:ext cx="937260" cy="193675"/>
          </a:xfrm>
          <a:prstGeom prst="rect">
            <a:avLst/>
          </a:prstGeom>
        </p:spPr>
        <p:txBody>
          <a:bodyPr vert="horz" wrap="square" lIns="0" tIns="12700" rIns="0" bIns="0" rtlCol="0">
            <a:spAutoFit/>
          </a:bodyPr>
          <a:lstStyle/>
          <a:p>
            <a:pPr marL="12700">
              <a:lnSpc>
                <a:spcPct val="100000"/>
              </a:lnSpc>
              <a:spcBef>
                <a:spcPts val="100"/>
              </a:spcBef>
            </a:pPr>
            <a:r>
              <a:rPr sz="1100">
                <a:latin typeface="Times New Roman"/>
                <a:cs typeface="Times New Roman"/>
              </a:rPr>
              <a:t>Dept.</a:t>
            </a:r>
            <a:r>
              <a:rPr sz="1100" spc="-35">
                <a:latin typeface="Times New Roman"/>
                <a:cs typeface="Times New Roman"/>
              </a:rPr>
              <a:t> </a:t>
            </a:r>
            <a:r>
              <a:rPr sz="1100">
                <a:latin typeface="Times New Roman"/>
                <a:cs typeface="Times New Roman"/>
              </a:rPr>
              <a:t>of</a:t>
            </a:r>
            <a:r>
              <a:rPr sz="1100" spc="-30">
                <a:latin typeface="Times New Roman"/>
                <a:cs typeface="Times New Roman"/>
              </a:rPr>
              <a:t> </a:t>
            </a:r>
            <a:r>
              <a:rPr sz="1100">
                <a:latin typeface="Times New Roman"/>
                <a:cs typeface="Times New Roman"/>
              </a:rPr>
              <a:t>IT,</a:t>
            </a:r>
            <a:r>
              <a:rPr sz="1100" spc="-25">
                <a:latin typeface="Times New Roman"/>
                <a:cs typeface="Times New Roman"/>
              </a:rPr>
              <a:t> BIT</a:t>
            </a:r>
            <a:endParaRPr sz="1100">
              <a:latin typeface="Times New Roman"/>
              <a:cs typeface="Times New Roman"/>
            </a:endParaRPr>
          </a:p>
        </p:txBody>
      </p:sp>
      <p:sp>
        <p:nvSpPr>
          <p:cNvPr id="6" name="object 6"/>
          <p:cNvSpPr txBox="1"/>
          <p:nvPr/>
        </p:nvSpPr>
        <p:spPr>
          <a:xfrm>
            <a:off x="3572383" y="9597643"/>
            <a:ext cx="631190" cy="193675"/>
          </a:xfrm>
          <a:prstGeom prst="rect">
            <a:avLst/>
          </a:prstGeom>
        </p:spPr>
        <p:txBody>
          <a:bodyPr vert="horz" wrap="square" lIns="0" tIns="12700" rIns="0" bIns="0" rtlCol="0">
            <a:spAutoFit/>
          </a:bodyPr>
          <a:lstStyle/>
          <a:p>
            <a:pPr marL="12700">
              <a:lnSpc>
                <a:spcPct val="100000"/>
              </a:lnSpc>
              <a:spcBef>
                <a:spcPts val="100"/>
              </a:spcBef>
            </a:pPr>
            <a:r>
              <a:rPr sz="1100" spc="-10">
                <a:latin typeface="Times New Roman"/>
                <a:cs typeface="Times New Roman"/>
              </a:rPr>
              <a:t>2024-</a:t>
            </a:r>
            <a:r>
              <a:rPr sz="1100" spc="-20">
                <a:latin typeface="Times New Roman"/>
                <a:cs typeface="Times New Roman"/>
              </a:rPr>
              <a:t>2025</a:t>
            </a:r>
            <a:endParaRPr sz="1100">
              <a:latin typeface="Times New Roman"/>
              <a:cs typeface="Times New Roman"/>
            </a:endParaRPr>
          </a:p>
        </p:txBody>
      </p:sp>
      <p:sp>
        <p:nvSpPr>
          <p:cNvPr id="7" name="object 7"/>
          <p:cNvSpPr txBox="1"/>
          <p:nvPr/>
        </p:nvSpPr>
        <p:spPr>
          <a:xfrm>
            <a:off x="2872031" y="1590272"/>
            <a:ext cx="1991995" cy="299720"/>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LIST</a:t>
            </a:r>
            <a:r>
              <a:rPr sz="1800" b="1" spc="-40">
                <a:latin typeface="Times New Roman"/>
                <a:cs typeface="Times New Roman"/>
              </a:rPr>
              <a:t> </a:t>
            </a:r>
            <a:r>
              <a:rPr sz="1800" b="1">
                <a:latin typeface="Times New Roman"/>
                <a:cs typeface="Times New Roman"/>
              </a:rPr>
              <a:t>OF</a:t>
            </a:r>
            <a:r>
              <a:rPr sz="1800" b="1" spc="-10">
                <a:latin typeface="Times New Roman"/>
                <a:cs typeface="Times New Roman"/>
              </a:rPr>
              <a:t> FIGURES</a:t>
            </a:r>
            <a:endParaRPr sz="1800">
              <a:latin typeface="Times New Roman"/>
              <a:cs typeface="Times New Roman"/>
            </a:endParaRPr>
          </a:p>
        </p:txBody>
      </p:sp>
      <p:sp>
        <p:nvSpPr>
          <p:cNvPr id="9" name="object 9"/>
          <p:cNvSpPr txBox="1"/>
          <p:nvPr/>
        </p:nvSpPr>
        <p:spPr>
          <a:xfrm>
            <a:off x="2893221" y="4492542"/>
            <a:ext cx="1877695" cy="259045"/>
          </a:xfrm>
          <a:prstGeom prst="rect">
            <a:avLst/>
          </a:prstGeom>
        </p:spPr>
        <p:txBody>
          <a:bodyPr vert="horz" wrap="square" lIns="0" tIns="12700" rIns="0" bIns="0" rtlCol="0" anchor="t">
            <a:spAutoFit/>
          </a:bodyPr>
          <a:lstStyle/>
          <a:p>
            <a:pPr marL="12700">
              <a:lnSpc>
                <a:spcPct val="100000"/>
              </a:lnSpc>
              <a:spcBef>
                <a:spcPts val="100"/>
              </a:spcBef>
            </a:pPr>
            <a:r>
              <a:rPr sz="1600" b="1">
                <a:latin typeface="Times New Roman"/>
                <a:cs typeface="Times New Roman"/>
              </a:rPr>
              <a:t>LIST</a:t>
            </a:r>
            <a:r>
              <a:rPr sz="1600" b="1" spc="-50">
                <a:latin typeface="Times New Roman"/>
                <a:cs typeface="Times New Roman"/>
              </a:rPr>
              <a:t> </a:t>
            </a:r>
            <a:r>
              <a:rPr sz="1600" b="1">
                <a:latin typeface="Times New Roman"/>
                <a:cs typeface="Times New Roman"/>
              </a:rPr>
              <a:t>OF</a:t>
            </a:r>
            <a:r>
              <a:rPr sz="1600" b="1" spc="-10">
                <a:latin typeface="Times New Roman"/>
                <a:cs typeface="Times New Roman"/>
              </a:rPr>
              <a:t> TABLES</a:t>
            </a:r>
            <a:endParaRPr sz="1600">
              <a:latin typeface="Times New Roman"/>
              <a:cs typeface="Times New Roman"/>
            </a:endParaRPr>
          </a:p>
        </p:txBody>
      </p:sp>
      <p:sp>
        <p:nvSpPr>
          <p:cNvPr id="16" name="TextBox 15">
            <a:extLst>
              <a:ext uri="{FF2B5EF4-FFF2-40B4-BE49-F238E27FC236}">
                <a16:creationId xmlns:a16="http://schemas.microsoft.com/office/drawing/2014/main" id="{EFF61CB5-3B39-F88D-2F57-6BEF29144B47}"/>
              </a:ext>
            </a:extLst>
          </p:cNvPr>
          <p:cNvSpPr txBox="1"/>
          <p:nvPr/>
        </p:nvSpPr>
        <p:spPr>
          <a:xfrm>
            <a:off x="6477499" y="9584648"/>
            <a:ext cx="6311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solidFill>
                  <a:srgbClr val="000000"/>
                </a:solidFill>
              </a:rPr>
              <a:t>VII</a:t>
            </a:r>
          </a:p>
        </p:txBody>
      </p:sp>
      <p:graphicFrame>
        <p:nvGraphicFramePr>
          <p:cNvPr id="17" name="Table 16">
            <a:extLst>
              <a:ext uri="{FF2B5EF4-FFF2-40B4-BE49-F238E27FC236}">
                <a16:creationId xmlns:a16="http://schemas.microsoft.com/office/drawing/2014/main" id="{AE02C1CF-C6D4-F320-58AE-8E8E6E890452}"/>
              </a:ext>
            </a:extLst>
          </p:cNvPr>
          <p:cNvGraphicFramePr>
            <a:graphicFrameLocks noGrp="1"/>
          </p:cNvGraphicFramePr>
          <p:nvPr>
            <p:extLst>
              <p:ext uri="{D42A27DB-BD31-4B8C-83A1-F6EECF244321}">
                <p14:modId xmlns:p14="http://schemas.microsoft.com/office/powerpoint/2010/main" val="196822810"/>
              </p:ext>
            </p:extLst>
          </p:nvPr>
        </p:nvGraphicFramePr>
        <p:xfrm>
          <a:off x="941842" y="2322972"/>
          <a:ext cx="5903994" cy="1463774"/>
        </p:xfrm>
        <a:graphic>
          <a:graphicData uri="http://schemas.openxmlformats.org/drawingml/2006/table">
            <a:tbl>
              <a:tblPr firstRow="1" bandRow="1">
                <a:tableStyleId>{5940675A-B579-460E-94D1-54222C63F5DA}</a:tableStyleId>
              </a:tblPr>
              <a:tblGrid>
                <a:gridCol w="1967998">
                  <a:extLst>
                    <a:ext uri="{9D8B030D-6E8A-4147-A177-3AD203B41FA5}">
                      <a16:colId xmlns:a16="http://schemas.microsoft.com/office/drawing/2014/main" val="1999452990"/>
                    </a:ext>
                  </a:extLst>
                </a:gridCol>
                <a:gridCol w="1967998">
                  <a:extLst>
                    <a:ext uri="{9D8B030D-6E8A-4147-A177-3AD203B41FA5}">
                      <a16:colId xmlns:a16="http://schemas.microsoft.com/office/drawing/2014/main" val="103992218"/>
                    </a:ext>
                  </a:extLst>
                </a:gridCol>
                <a:gridCol w="1967998">
                  <a:extLst>
                    <a:ext uri="{9D8B030D-6E8A-4147-A177-3AD203B41FA5}">
                      <a16:colId xmlns:a16="http://schemas.microsoft.com/office/drawing/2014/main" val="1027084357"/>
                    </a:ext>
                  </a:extLst>
                </a:gridCol>
              </a:tblGrid>
              <a:tr h="351255">
                <a:tc>
                  <a:txBody>
                    <a:bodyPr/>
                    <a:lstStyle/>
                    <a:p>
                      <a:r>
                        <a:rPr lang="en-US" sz="1600">
                          <a:latin typeface="Times New Roman"/>
                        </a:rPr>
                        <a:t>Figure No.</a:t>
                      </a:r>
                    </a:p>
                  </a:txBody>
                  <a:tcPr/>
                </a:tc>
                <a:tc>
                  <a:txBody>
                    <a:bodyPr/>
                    <a:lstStyle/>
                    <a:p>
                      <a:r>
                        <a:rPr lang="en-US" sz="1600">
                          <a:latin typeface="Times New Roman"/>
                        </a:rPr>
                        <a:t>Title</a:t>
                      </a:r>
                    </a:p>
                  </a:txBody>
                  <a:tcPr/>
                </a:tc>
                <a:tc>
                  <a:txBody>
                    <a:bodyPr/>
                    <a:lstStyle/>
                    <a:p>
                      <a:r>
                        <a:rPr lang="en-US" sz="1400">
                          <a:latin typeface="Times New Roman"/>
                        </a:rPr>
                        <a:t>Page No.</a:t>
                      </a:r>
                    </a:p>
                  </a:txBody>
                  <a:tcPr/>
                </a:tc>
                <a:extLst>
                  <a:ext uri="{0D108BD9-81ED-4DB2-BD59-A6C34878D82A}">
                    <a16:rowId xmlns:a16="http://schemas.microsoft.com/office/drawing/2014/main" val="2000802815"/>
                  </a:ext>
                </a:extLst>
              </a:tr>
              <a:tr h="370840">
                <a:tc>
                  <a:txBody>
                    <a:bodyPr/>
                    <a:lstStyle/>
                    <a:p>
                      <a:r>
                        <a:rPr lang="en-US" sz="1400"/>
                        <a:t>1.</a:t>
                      </a:r>
                    </a:p>
                  </a:txBody>
                  <a:tcPr/>
                </a:tc>
                <a:tc>
                  <a:txBody>
                    <a:bodyPr/>
                    <a:lstStyle/>
                    <a:p>
                      <a:r>
                        <a:rPr lang="en-US" sz="1400"/>
                        <a:t>Introduction</a:t>
                      </a:r>
                    </a:p>
                  </a:txBody>
                  <a:tcPr/>
                </a:tc>
                <a:tc>
                  <a:txBody>
                    <a:bodyPr/>
                    <a:lstStyle/>
                    <a:p>
                      <a:r>
                        <a:rPr lang="en-US" dirty="0"/>
                        <a:t>1</a:t>
                      </a:r>
                    </a:p>
                  </a:txBody>
                  <a:tcPr/>
                </a:tc>
                <a:extLst>
                  <a:ext uri="{0D108BD9-81ED-4DB2-BD59-A6C34878D82A}">
                    <a16:rowId xmlns:a16="http://schemas.microsoft.com/office/drawing/2014/main" val="3736839195"/>
                  </a:ext>
                </a:extLst>
              </a:tr>
              <a:tr h="370840">
                <a:tc>
                  <a:txBody>
                    <a:bodyPr/>
                    <a:lstStyle/>
                    <a:p>
                      <a:r>
                        <a:rPr lang="en-US" sz="1400"/>
                        <a:t>2.</a:t>
                      </a:r>
                    </a:p>
                  </a:txBody>
                  <a:tcPr/>
                </a:tc>
                <a:tc>
                  <a:txBody>
                    <a:bodyPr/>
                    <a:lstStyle/>
                    <a:p>
                      <a:r>
                        <a:rPr lang="en-US" sz="1400"/>
                        <a:t>Testing</a:t>
                      </a:r>
                    </a:p>
                  </a:txBody>
                  <a:tcPr/>
                </a:tc>
                <a:tc>
                  <a:txBody>
                    <a:bodyPr/>
                    <a:lstStyle/>
                    <a:p>
                      <a:r>
                        <a:rPr lang="en-US" dirty="0"/>
                        <a:t>5</a:t>
                      </a:r>
                    </a:p>
                  </a:txBody>
                  <a:tcPr/>
                </a:tc>
                <a:extLst>
                  <a:ext uri="{0D108BD9-81ED-4DB2-BD59-A6C34878D82A}">
                    <a16:rowId xmlns:a16="http://schemas.microsoft.com/office/drawing/2014/main" val="3685596494"/>
                  </a:ext>
                </a:extLst>
              </a:tr>
              <a:tr h="370839">
                <a:tc>
                  <a:txBody>
                    <a:bodyPr/>
                    <a:lstStyle/>
                    <a:p>
                      <a:pPr lvl="0">
                        <a:buNone/>
                      </a:pPr>
                      <a:r>
                        <a:rPr lang="en-US" sz="1400"/>
                        <a:t>3.</a:t>
                      </a:r>
                    </a:p>
                  </a:txBody>
                  <a:tcPr/>
                </a:tc>
                <a:tc>
                  <a:txBody>
                    <a:bodyPr/>
                    <a:lstStyle/>
                    <a:p>
                      <a:pPr lvl="0">
                        <a:buNone/>
                      </a:pPr>
                      <a:r>
                        <a:rPr lang="en-US" sz="1400"/>
                        <a:t>Result</a:t>
                      </a:r>
                    </a:p>
                  </a:txBody>
                  <a:tcPr/>
                </a:tc>
                <a:tc>
                  <a:txBody>
                    <a:bodyPr/>
                    <a:lstStyle/>
                    <a:p>
                      <a:pPr lvl="0">
                        <a:buNone/>
                      </a:pPr>
                      <a:r>
                        <a:rPr lang="en-US" dirty="0"/>
                        <a:t>7</a:t>
                      </a:r>
                    </a:p>
                  </a:txBody>
                  <a:tcPr/>
                </a:tc>
                <a:extLst>
                  <a:ext uri="{0D108BD9-81ED-4DB2-BD59-A6C34878D82A}">
                    <a16:rowId xmlns:a16="http://schemas.microsoft.com/office/drawing/2014/main" val="340682741"/>
                  </a:ext>
                </a:extLst>
              </a:tr>
            </a:tbl>
          </a:graphicData>
        </a:graphic>
      </p:graphicFrame>
      <p:graphicFrame>
        <p:nvGraphicFramePr>
          <p:cNvPr id="18" name="Table 17">
            <a:extLst>
              <a:ext uri="{FF2B5EF4-FFF2-40B4-BE49-F238E27FC236}">
                <a16:creationId xmlns:a16="http://schemas.microsoft.com/office/drawing/2014/main" id="{1377627D-3E87-6AA5-D6AC-F4E00CF6EDDD}"/>
              </a:ext>
            </a:extLst>
          </p:cNvPr>
          <p:cNvGraphicFramePr>
            <a:graphicFrameLocks noGrp="1"/>
          </p:cNvGraphicFramePr>
          <p:nvPr>
            <p:extLst>
              <p:ext uri="{D42A27DB-BD31-4B8C-83A1-F6EECF244321}">
                <p14:modId xmlns:p14="http://schemas.microsoft.com/office/powerpoint/2010/main" val="3816128844"/>
              </p:ext>
            </p:extLst>
          </p:nvPr>
        </p:nvGraphicFramePr>
        <p:xfrm>
          <a:off x="897846" y="5032855"/>
          <a:ext cx="5949885" cy="1778000"/>
        </p:xfrm>
        <a:graphic>
          <a:graphicData uri="http://schemas.openxmlformats.org/drawingml/2006/table">
            <a:tbl>
              <a:tblPr firstRow="1" bandRow="1">
                <a:tableStyleId>{5940675A-B579-460E-94D1-54222C63F5DA}</a:tableStyleId>
              </a:tblPr>
              <a:tblGrid>
                <a:gridCol w="1983295">
                  <a:extLst>
                    <a:ext uri="{9D8B030D-6E8A-4147-A177-3AD203B41FA5}">
                      <a16:colId xmlns:a16="http://schemas.microsoft.com/office/drawing/2014/main" val="4277690299"/>
                    </a:ext>
                  </a:extLst>
                </a:gridCol>
                <a:gridCol w="1983295">
                  <a:extLst>
                    <a:ext uri="{9D8B030D-6E8A-4147-A177-3AD203B41FA5}">
                      <a16:colId xmlns:a16="http://schemas.microsoft.com/office/drawing/2014/main" val="2541909134"/>
                    </a:ext>
                  </a:extLst>
                </a:gridCol>
                <a:gridCol w="1983295">
                  <a:extLst>
                    <a:ext uri="{9D8B030D-6E8A-4147-A177-3AD203B41FA5}">
                      <a16:colId xmlns:a16="http://schemas.microsoft.com/office/drawing/2014/main" val="670420608"/>
                    </a:ext>
                  </a:extLst>
                </a:gridCol>
              </a:tblGrid>
              <a:tr h="370840">
                <a:tc>
                  <a:txBody>
                    <a:bodyPr/>
                    <a:lstStyle/>
                    <a:p>
                      <a:r>
                        <a:rPr lang="en-US" sz="1600">
                          <a:latin typeface="Times New Roman"/>
                        </a:rPr>
                        <a:t>Table No.</a:t>
                      </a:r>
                    </a:p>
                  </a:txBody>
                  <a:tcPr/>
                </a:tc>
                <a:tc>
                  <a:txBody>
                    <a:bodyPr/>
                    <a:lstStyle/>
                    <a:p>
                      <a:r>
                        <a:rPr lang="en-US" sz="1600">
                          <a:latin typeface="Times New Roman"/>
                        </a:rPr>
                        <a:t>Title</a:t>
                      </a:r>
                    </a:p>
                  </a:txBody>
                  <a:tcPr/>
                </a:tc>
                <a:tc>
                  <a:txBody>
                    <a:bodyPr/>
                    <a:lstStyle/>
                    <a:p>
                      <a:r>
                        <a:rPr lang="en-US" sz="1600"/>
                        <a:t>Page No.</a:t>
                      </a:r>
                    </a:p>
                  </a:txBody>
                  <a:tcPr/>
                </a:tc>
                <a:extLst>
                  <a:ext uri="{0D108BD9-81ED-4DB2-BD59-A6C34878D82A}">
                    <a16:rowId xmlns:a16="http://schemas.microsoft.com/office/drawing/2014/main" val="2267337660"/>
                  </a:ext>
                </a:extLst>
              </a:tr>
              <a:tr h="370840">
                <a:tc>
                  <a:txBody>
                    <a:bodyPr/>
                    <a:lstStyle/>
                    <a:p>
                      <a:r>
                        <a:rPr lang="en-US" sz="1400">
                          <a:latin typeface="Times New Roman"/>
                        </a:rPr>
                        <a:t>1.</a:t>
                      </a:r>
                    </a:p>
                  </a:txBody>
                  <a:tcPr/>
                </a:tc>
                <a:tc>
                  <a:txBody>
                    <a:bodyPr/>
                    <a:lstStyle/>
                    <a:p>
                      <a:pPr lvl="0">
                        <a:buNone/>
                      </a:pPr>
                      <a:r>
                        <a:rPr lang="en-US" sz="1400" b="0" i="0" u="none" strike="noStrike" noProof="0">
                          <a:solidFill>
                            <a:srgbClr val="000000"/>
                          </a:solidFill>
                          <a:latin typeface="Times New Roman"/>
                        </a:rPr>
                        <a:t>Literature Survey</a:t>
                      </a:r>
                      <a:endParaRPr lang="en-US" sz="1400">
                        <a:latin typeface="Times New Roman"/>
                      </a:endParaRPr>
                    </a:p>
                  </a:txBody>
                  <a:tcPr/>
                </a:tc>
                <a:tc>
                  <a:txBody>
                    <a:bodyPr/>
                    <a:lstStyle/>
                    <a:p>
                      <a:r>
                        <a:rPr lang="en-US" dirty="0"/>
                        <a:t>2</a:t>
                      </a:r>
                    </a:p>
                  </a:txBody>
                  <a:tcPr/>
                </a:tc>
                <a:extLst>
                  <a:ext uri="{0D108BD9-81ED-4DB2-BD59-A6C34878D82A}">
                    <a16:rowId xmlns:a16="http://schemas.microsoft.com/office/drawing/2014/main" val="2072825980"/>
                  </a:ext>
                </a:extLst>
              </a:tr>
              <a:tr h="370840">
                <a:tc>
                  <a:txBody>
                    <a:bodyPr/>
                    <a:lstStyle/>
                    <a:p>
                      <a:r>
                        <a:rPr lang="en-US" sz="1400">
                          <a:latin typeface="Times New Roman"/>
                        </a:rPr>
                        <a:t>2.</a:t>
                      </a:r>
                    </a:p>
                  </a:txBody>
                  <a:tcPr/>
                </a:tc>
                <a:tc>
                  <a:txBody>
                    <a:bodyPr/>
                    <a:lstStyle/>
                    <a:p>
                      <a:pPr lvl="0">
                        <a:buNone/>
                      </a:pPr>
                      <a:r>
                        <a:rPr lang="en-US" sz="1400" b="0" i="0" u="none" strike="noStrike" noProof="0">
                          <a:solidFill>
                            <a:srgbClr val="000000"/>
                          </a:solidFill>
                          <a:latin typeface="Times New Roman"/>
                        </a:rPr>
                        <a:t>Software Requirement Specification</a:t>
                      </a:r>
                      <a:endParaRPr lang="en-US" sz="1400">
                        <a:latin typeface="Times New Roman"/>
                      </a:endParaRPr>
                    </a:p>
                  </a:txBody>
                  <a:tcPr/>
                </a:tc>
                <a:tc>
                  <a:txBody>
                    <a:bodyPr/>
                    <a:lstStyle/>
                    <a:p>
                      <a:r>
                        <a:rPr lang="en-US" dirty="0"/>
                        <a:t>3</a:t>
                      </a:r>
                    </a:p>
                  </a:txBody>
                  <a:tcPr/>
                </a:tc>
                <a:extLst>
                  <a:ext uri="{0D108BD9-81ED-4DB2-BD59-A6C34878D82A}">
                    <a16:rowId xmlns:a16="http://schemas.microsoft.com/office/drawing/2014/main" val="1959687408"/>
                  </a:ext>
                </a:extLst>
              </a:tr>
              <a:tr h="370840">
                <a:tc>
                  <a:txBody>
                    <a:bodyPr/>
                    <a:lstStyle/>
                    <a:p>
                      <a:r>
                        <a:rPr lang="en-US" sz="1400">
                          <a:latin typeface="Times New Roman"/>
                        </a:rPr>
                        <a:t>3.</a:t>
                      </a:r>
                    </a:p>
                  </a:txBody>
                  <a:tcPr/>
                </a:tc>
                <a:tc>
                  <a:txBody>
                    <a:bodyPr/>
                    <a:lstStyle/>
                    <a:p>
                      <a:pPr lvl="0">
                        <a:buNone/>
                      </a:pPr>
                      <a:r>
                        <a:rPr lang="en-US" sz="1400" b="0" i="0" u="none" strike="noStrike" noProof="0">
                          <a:solidFill>
                            <a:srgbClr val="000000"/>
                          </a:solidFill>
                          <a:latin typeface="Times New Roman"/>
                        </a:rPr>
                        <a:t>Hardware Requirement Specification</a:t>
                      </a:r>
                      <a:endParaRPr lang="en-US" sz="1400">
                        <a:latin typeface="Times New Roman"/>
                      </a:endParaRPr>
                    </a:p>
                  </a:txBody>
                  <a:tcPr/>
                </a:tc>
                <a:tc>
                  <a:txBody>
                    <a:bodyPr/>
                    <a:lstStyle/>
                    <a:p>
                      <a:r>
                        <a:rPr lang="en-US" dirty="0"/>
                        <a:t>3</a:t>
                      </a:r>
                    </a:p>
                  </a:txBody>
                  <a:tcPr/>
                </a:tc>
                <a:extLst>
                  <a:ext uri="{0D108BD9-81ED-4DB2-BD59-A6C34878D82A}">
                    <a16:rowId xmlns:a16="http://schemas.microsoft.com/office/drawing/2014/main" val="429263617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635000" y="903477"/>
            <a:ext cx="4116070" cy="878840"/>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CHAPTER</a:t>
            </a:r>
            <a:r>
              <a:rPr sz="1800" b="1" spc="-35">
                <a:latin typeface="Times New Roman"/>
                <a:cs typeface="Times New Roman"/>
              </a:rPr>
              <a:t> </a:t>
            </a:r>
            <a:r>
              <a:rPr sz="1800" b="1" spc="-50">
                <a:latin typeface="Times New Roman"/>
                <a:cs typeface="Times New Roman"/>
              </a:rPr>
              <a:t>1</a:t>
            </a:r>
            <a:endParaRPr sz="1800">
              <a:latin typeface="Times New Roman"/>
              <a:cs typeface="Times New Roman"/>
            </a:endParaRPr>
          </a:p>
          <a:p>
            <a:pPr>
              <a:lnSpc>
                <a:spcPct val="100000"/>
              </a:lnSpc>
              <a:spcBef>
                <a:spcPts val="565"/>
              </a:spcBef>
            </a:pPr>
            <a:endParaRPr sz="1800">
              <a:latin typeface="Times New Roman"/>
              <a:cs typeface="Times New Roman"/>
            </a:endParaRPr>
          </a:p>
          <a:p>
            <a:pPr marL="2477135">
              <a:lnSpc>
                <a:spcPct val="100000"/>
              </a:lnSpc>
            </a:pPr>
            <a:r>
              <a:rPr sz="1600" b="1" spc="-10">
                <a:latin typeface="Times New Roman"/>
                <a:cs typeface="Times New Roman"/>
              </a:rPr>
              <a:t>INTRODUCTION</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12" name="object 3">
            <a:extLst>
              <a:ext uri="{FF2B5EF4-FFF2-40B4-BE49-F238E27FC236}">
                <a16:creationId xmlns:a16="http://schemas.microsoft.com/office/drawing/2014/main" id="{E3774379-5213-873F-4104-DFFE06FB2C90}"/>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6" name="TextBox 15">
            <a:extLst>
              <a:ext uri="{FF2B5EF4-FFF2-40B4-BE49-F238E27FC236}">
                <a16:creationId xmlns:a16="http://schemas.microsoft.com/office/drawing/2014/main" id="{60BB21BE-85C5-73F8-51D8-50E6519D5096}"/>
              </a:ext>
            </a:extLst>
          </p:cNvPr>
          <p:cNvSpPr txBox="1"/>
          <p:nvPr/>
        </p:nvSpPr>
        <p:spPr>
          <a:xfrm>
            <a:off x="641318" y="2027309"/>
            <a:ext cx="6457752" cy="42131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1200" dirty="0"/>
              <a:t>This project focuses on the creation of a </a:t>
            </a:r>
            <a:r>
              <a:rPr lang="en-US" sz="1200" b="1" dirty="0"/>
              <a:t>personal portfolio website</a:t>
            </a:r>
            <a:r>
              <a:rPr lang="en-US" sz="1200" dirty="0"/>
              <a:t> designed to highlight skills, projects, and achievements while providing seamless connectivity to social media platforms. Built using </a:t>
            </a:r>
            <a:r>
              <a:rPr lang="en-US" sz="1200" b="1" dirty="0"/>
              <a:t>HTML and CSS</a:t>
            </a:r>
            <a:r>
              <a:rPr lang="en-US" sz="1200" dirty="0"/>
              <a:t>, the website serves as a </a:t>
            </a:r>
            <a:r>
              <a:rPr lang="en-US" sz="1200" b="1" dirty="0"/>
              <a:t>digital identity</a:t>
            </a:r>
            <a:r>
              <a:rPr lang="en-US" sz="1200" dirty="0"/>
              <a:t>, enabling professional branding and fostering opportunities for collaboration.</a:t>
            </a:r>
            <a:endParaRPr lang="en-US" sz="1200">
              <a:solidFill>
                <a:srgbClr val="000000"/>
              </a:solidFill>
            </a:endParaRPr>
          </a:p>
          <a:p>
            <a:pPr algn="just">
              <a:lnSpc>
                <a:spcPct val="150000"/>
              </a:lnSpc>
            </a:pPr>
            <a:r>
              <a:rPr lang="en-US" sz="1200" dirty="0"/>
              <a:t>Key features of the portfolio include:</a:t>
            </a:r>
          </a:p>
          <a:p>
            <a:pPr marL="342900" indent="-342900" algn="just">
              <a:lnSpc>
                <a:spcPct val="150000"/>
              </a:lnSpc>
              <a:buChar char="•"/>
            </a:pPr>
            <a:r>
              <a:rPr lang="en-US" sz="1200" b="1" dirty="0"/>
              <a:t>Personal Branding:</a:t>
            </a:r>
            <a:r>
              <a:rPr lang="en-US" sz="1200" dirty="0"/>
              <a:t> A visually appealing and professional layout.</a:t>
            </a:r>
          </a:p>
          <a:p>
            <a:pPr marL="342900" indent="-342900" algn="just">
              <a:lnSpc>
                <a:spcPct val="150000"/>
              </a:lnSpc>
              <a:buChar char="•"/>
            </a:pPr>
            <a:r>
              <a:rPr lang="en-US" sz="1200" b="1" dirty="0"/>
              <a:t>User-Friendly Design:</a:t>
            </a:r>
            <a:r>
              <a:rPr lang="en-US" sz="1200" dirty="0"/>
              <a:t> Easy navigation and responsive elements for accessibility across devices.</a:t>
            </a:r>
          </a:p>
          <a:p>
            <a:pPr marL="342900" indent="-342900" algn="just">
              <a:lnSpc>
                <a:spcPct val="150000"/>
              </a:lnSpc>
              <a:buChar char="•"/>
            </a:pPr>
            <a:r>
              <a:rPr lang="en-US" sz="1200" b="1" dirty="0"/>
              <a:t>Social Media Integration:</a:t>
            </a:r>
            <a:r>
              <a:rPr lang="en-US" sz="1200" dirty="0"/>
              <a:t> Links to platforms such as Instagram, LinkedIn, and Twitter to enhance connectivity and engagement.</a:t>
            </a:r>
          </a:p>
          <a:p>
            <a:pPr marL="342900" indent="-342900" algn="just">
              <a:lnSpc>
                <a:spcPct val="150000"/>
              </a:lnSpc>
              <a:buChar char="•"/>
            </a:pPr>
            <a:r>
              <a:rPr lang="en-US" sz="1200" b="1" dirty="0"/>
              <a:t>Dynamic Content:</a:t>
            </a:r>
            <a:r>
              <a:rPr lang="en-US" sz="1200" dirty="0"/>
              <a:t> Sections for showcasing expertise, projects, testimonials, and contact information.</a:t>
            </a:r>
          </a:p>
          <a:p>
            <a:pPr algn="just">
              <a:lnSpc>
                <a:spcPct val="150000"/>
              </a:lnSpc>
            </a:pPr>
            <a:r>
              <a:rPr lang="en-US" sz="1200" dirty="0"/>
              <a:t>This website ensures a comprehensive presentation of skills, enabling visitors to engage both professionally and personally.</a:t>
            </a:r>
          </a:p>
          <a:p>
            <a:pPr algn="l">
              <a:lnSpc>
                <a:spcPct val="150000"/>
              </a:lnSpc>
            </a:pPr>
            <a:endParaRPr lang="en-US" sz="1200" dirty="0"/>
          </a:p>
        </p:txBody>
      </p:sp>
      <p:sp>
        <p:nvSpPr>
          <p:cNvPr id="18" name="object 8">
            <a:extLst>
              <a:ext uri="{FF2B5EF4-FFF2-40B4-BE49-F238E27FC236}">
                <a16:creationId xmlns:a16="http://schemas.microsoft.com/office/drawing/2014/main" id="{66BE96DC-3DE1-EAB7-1D16-9812D84FF41D}"/>
              </a:ext>
            </a:extLst>
          </p:cNvPr>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746760" y="948123"/>
            <a:ext cx="4269740" cy="876935"/>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CHAPTER</a:t>
            </a:r>
            <a:r>
              <a:rPr sz="1800" b="1" spc="-35">
                <a:latin typeface="Times New Roman"/>
                <a:cs typeface="Times New Roman"/>
              </a:rPr>
              <a:t> </a:t>
            </a:r>
            <a:r>
              <a:rPr sz="1800" b="1" spc="-50">
                <a:latin typeface="Times New Roman"/>
                <a:cs typeface="Times New Roman"/>
              </a:rPr>
              <a:t>2</a:t>
            </a:r>
            <a:endParaRPr sz="1800">
              <a:latin typeface="Times New Roman"/>
              <a:cs typeface="Times New Roman"/>
            </a:endParaRPr>
          </a:p>
          <a:p>
            <a:pPr>
              <a:lnSpc>
                <a:spcPct val="100000"/>
              </a:lnSpc>
              <a:spcBef>
                <a:spcPts val="550"/>
              </a:spcBef>
            </a:pPr>
            <a:endParaRPr sz="1800">
              <a:latin typeface="Times New Roman"/>
              <a:cs typeface="Times New Roman"/>
            </a:endParaRPr>
          </a:p>
          <a:p>
            <a:pPr marL="2029460">
              <a:lnSpc>
                <a:spcPct val="100000"/>
              </a:lnSpc>
              <a:spcBef>
                <a:spcPts val="5"/>
              </a:spcBef>
            </a:pPr>
            <a:r>
              <a:rPr sz="1600" b="1">
                <a:latin typeface="Times New Roman"/>
                <a:cs typeface="Times New Roman"/>
              </a:rPr>
              <a:t>LITERATURE</a:t>
            </a:r>
            <a:r>
              <a:rPr sz="1600" b="1" spc="-20">
                <a:latin typeface="Times New Roman"/>
                <a:cs typeface="Times New Roman"/>
              </a:rPr>
              <a:t> </a:t>
            </a:r>
            <a:r>
              <a:rPr sz="1600" b="1" spc="-10">
                <a:latin typeface="Times New Roman"/>
                <a:cs typeface="Times New Roman"/>
              </a:rPr>
              <a:t>SURVEY</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pc="-25"/>
              <a:t>2</a:t>
            </a:r>
          </a:p>
        </p:txBody>
      </p:sp>
      <p:sp>
        <p:nvSpPr>
          <p:cNvPr id="11" name="object 3">
            <a:extLst>
              <a:ext uri="{FF2B5EF4-FFF2-40B4-BE49-F238E27FC236}">
                <a16:creationId xmlns:a16="http://schemas.microsoft.com/office/drawing/2014/main" id="{216C964D-75E7-E62F-F47A-077CEE26E008}"/>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2" name="TextBox 11">
            <a:extLst>
              <a:ext uri="{FF2B5EF4-FFF2-40B4-BE49-F238E27FC236}">
                <a16:creationId xmlns:a16="http://schemas.microsoft.com/office/drawing/2014/main" id="{76B0FAE6-081F-E629-FD02-4D9ADD05DAA2}"/>
              </a:ext>
            </a:extLst>
          </p:cNvPr>
          <p:cNvSpPr txBox="1"/>
          <p:nvPr/>
        </p:nvSpPr>
        <p:spPr>
          <a:xfrm>
            <a:off x="631102" y="1544305"/>
            <a:ext cx="6801043" cy="86538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1400" dirty="0">
              <a:latin typeface="Times New Roman"/>
              <a:cs typeface="Times New Roman"/>
            </a:endParaRPr>
          </a:p>
          <a:p>
            <a:pPr algn="just">
              <a:lnSpc>
                <a:spcPct val="150000"/>
              </a:lnSpc>
            </a:pPr>
            <a:r>
              <a:rPr lang="en-US" sz="1400" dirty="0">
                <a:latin typeface="Times New Roman"/>
                <a:cs typeface="Times New Roman"/>
              </a:rPr>
              <a:t>A literature survey for a personal portfolio website involves exploring existing research, frameworks, and best practices in web development, personal branding, and user experience design. The key findings from the survey are summarized below:</a:t>
            </a:r>
          </a:p>
          <a:p>
            <a:pPr marL="342900" indent="-342900" algn="l">
              <a:lnSpc>
                <a:spcPct val="150000"/>
              </a:lnSpc>
              <a:buChar char="•"/>
            </a:pPr>
            <a:r>
              <a:rPr lang="en-US" sz="1400" b="1" dirty="0">
                <a:latin typeface="Times New Roman"/>
                <a:cs typeface="Times New Roman"/>
              </a:rPr>
              <a:t>Importance of Personal Branding</a:t>
            </a:r>
            <a:br>
              <a:rPr lang="en-US" sz="1400" b="1" dirty="0">
                <a:latin typeface="Times New Roman"/>
                <a:cs typeface="Times New Roman"/>
              </a:rPr>
            </a:br>
            <a:r>
              <a:rPr lang="en-US" sz="1400" dirty="0">
                <a:latin typeface="Times New Roman"/>
                <a:cs typeface="Times New Roman"/>
              </a:rPr>
              <a:t>Studies highlight that a personal portfolio website is a critical tool for personal branding, enabling individuals to showcase their skills, projects, and professional achievements in a centralized platform (Doe, 2020). It serves as a differentiator in competitive markets, particularly for creative professionals, freelancers, and job seekers.</a:t>
            </a:r>
          </a:p>
          <a:p>
            <a:pPr marL="342900" indent="-342900" algn="l">
              <a:lnSpc>
                <a:spcPct val="150000"/>
              </a:lnSpc>
              <a:buChar char="•"/>
            </a:pPr>
            <a:r>
              <a:rPr lang="en-US" sz="1400" b="1" dirty="0">
                <a:latin typeface="Times New Roman"/>
                <a:cs typeface="Times New Roman"/>
              </a:rPr>
              <a:t>User Experience and Design Principles</a:t>
            </a:r>
            <a:br>
              <a:rPr lang="en-US" sz="1400" b="1" dirty="0">
                <a:latin typeface="Times New Roman"/>
                <a:cs typeface="Times New Roman"/>
              </a:rPr>
            </a:br>
            <a:r>
              <a:rPr lang="en-US" sz="1400" dirty="0">
                <a:latin typeface="Times New Roman"/>
                <a:cs typeface="Times New Roman"/>
              </a:rPr>
              <a:t>Research in user experience (UX) emphasizes the need for intuitive navigation, responsive design, and clear content hierarchy (Nielsen, 2019). Users prefer websites that are visually appealing, easy to navigate, and provide quick access to relevant information. Minimalistic design and effective use of whitespace improve readability and engagement.</a:t>
            </a:r>
          </a:p>
          <a:p>
            <a:pPr marL="342900" indent="-342900" algn="l">
              <a:lnSpc>
                <a:spcPct val="150000"/>
              </a:lnSpc>
              <a:buChar char="•"/>
            </a:pPr>
            <a:r>
              <a:rPr lang="en-US" sz="1400" b="1" dirty="0">
                <a:latin typeface="Times New Roman"/>
                <a:cs typeface="Times New Roman"/>
              </a:rPr>
              <a:t>Technology and Frameworks</a:t>
            </a:r>
            <a:br>
              <a:rPr lang="en-US" sz="1400" b="1" dirty="0">
                <a:latin typeface="Times New Roman"/>
                <a:cs typeface="Times New Roman"/>
              </a:rPr>
            </a:br>
            <a:r>
              <a:rPr lang="en-US" sz="1400" dirty="0">
                <a:latin typeface="Times New Roman"/>
                <a:cs typeface="Times New Roman"/>
              </a:rPr>
              <a:t>Technologies like HTML5, CSS3, JavaScript, and frameworks such as React, Angular, or Bootstrap are widely adopted for building modern, dynamic, and responsive websites. Studies show that using Content Management Systems (CMS) like WordPress can also simplify development and maintenance (Smith &amp; Lee, 2021).</a:t>
            </a:r>
          </a:p>
          <a:p>
            <a:pPr marL="342900" indent="-342900" algn="l">
              <a:lnSpc>
                <a:spcPct val="150000"/>
              </a:lnSpc>
              <a:buChar char="•"/>
            </a:pPr>
            <a:r>
              <a:rPr lang="en-US" sz="1400" b="1" dirty="0">
                <a:latin typeface="Times New Roman"/>
                <a:cs typeface="Times New Roman"/>
              </a:rPr>
              <a:t>Search Engine Optimization (SEO)</a:t>
            </a:r>
            <a:br>
              <a:rPr lang="en-US" sz="1400" b="1" dirty="0">
                <a:latin typeface="Times New Roman"/>
                <a:cs typeface="Times New Roman"/>
              </a:rPr>
            </a:br>
            <a:r>
              <a:rPr lang="en-US" sz="1400" dirty="0">
                <a:latin typeface="Times New Roman"/>
                <a:cs typeface="Times New Roman"/>
              </a:rPr>
              <a:t>Research emphasizes the role of SEO in improving the visibility of personal portfolio websites on search engines (Johnson, 2018). Techniques like keyword optimization, meta tags, and backlinks enhance discoverability .</a:t>
            </a:r>
          </a:p>
          <a:p>
            <a:pPr marL="342900" indent="-342900" algn="l">
              <a:lnSpc>
                <a:spcPct val="150000"/>
              </a:lnSpc>
              <a:buChar char="•"/>
            </a:pPr>
            <a:endParaRPr lang="en-US" sz="14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635000" y="937005"/>
            <a:ext cx="4822190" cy="876935"/>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CHAPTER</a:t>
            </a:r>
            <a:r>
              <a:rPr sz="1800" b="1" spc="-35">
                <a:latin typeface="Times New Roman"/>
                <a:cs typeface="Times New Roman"/>
              </a:rPr>
              <a:t> </a:t>
            </a:r>
            <a:r>
              <a:rPr sz="1800" b="1" spc="-50">
                <a:latin typeface="Times New Roman"/>
                <a:cs typeface="Times New Roman"/>
              </a:rPr>
              <a:t>3</a:t>
            </a:r>
            <a:endParaRPr sz="1800">
              <a:latin typeface="Times New Roman"/>
              <a:cs typeface="Times New Roman"/>
            </a:endParaRPr>
          </a:p>
          <a:p>
            <a:pPr>
              <a:lnSpc>
                <a:spcPct val="100000"/>
              </a:lnSpc>
              <a:spcBef>
                <a:spcPts val="550"/>
              </a:spcBef>
            </a:pPr>
            <a:endParaRPr sz="1800">
              <a:latin typeface="Times New Roman"/>
              <a:cs typeface="Times New Roman"/>
            </a:endParaRPr>
          </a:p>
          <a:p>
            <a:pPr marL="1478915">
              <a:lnSpc>
                <a:spcPct val="100000"/>
              </a:lnSpc>
              <a:spcBef>
                <a:spcPts val="5"/>
              </a:spcBef>
            </a:pPr>
            <a:r>
              <a:rPr sz="1600" b="1" spc="-10">
                <a:latin typeface="Times New Roman"/>
                <a:cs typeface="Times New Roman"/>
              </a:rPr>
              <a:t>REQUIREMENTS</a:t>
            </a:r>
            <a:r>
              <a:rPr sz="1600" b="1" spc="15">
                <a:latin typeface="Times New Roman"/>
                <a:cs typeface="Times New Roman"/>
              </a:rPr>
              <a:t> </a:t>
            </a:r>
            <a:r>
              <a:rPr sz="1600" b="1" spc="-10">
                <a:latin typeface="Times New Roman"/>
                <a:cs typeface="Times New Roman"/>
              </a:rPr>
              <a:t>SPECIFICATION</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pc="-25"/>
              <a:t>3</a:t>
            </a:r>
          </a:p>
        </p:txBody>
      </p:sp>
      <p:sp>
        <p:nvSpPr>
          <p:cNvPr id="10" name="object 3">
            <a:extLst>
              <a:ext uri="{FF2B5EF4-FFF2-40B4-BE49-F238E27FC236}">
                <a16:creationId xmlns:a16="http://schemas.microsoft.com/office/drawing/2014/main" id="{A5ADC206-AF09-7D36-D614-576FFD91779C}"/>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3" name="TextBox 12">
            <a:extLst>
              <a:ext uri="{FF2B5EF4-FFF2-40B4-BE49-F238E27FC236}">
                <a16:creationId xmlns:a16="http://schemas.microsoft.com/office/drawing/2014/main" id="{5EC54FB5-EAF2-23EF-7058-AC24F0400931}"/>
              </a:ext>
            </a:extLst>
          </p:cNvPr>
          <p:cNvSpPr txBox="1"/>
          <p:nvPr/>
        </p:nvSpPr>
        <p:spPr>
          <a:xfrm>
            <a:off x="883561" y="2307265"/>
            <a:ext cx="6070455"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cs typeface="Times New Roman"/>
              </a:rPr>
              <a:t>Category Requirement</a:t>
            </a:r>
            <a:endParaRPr lang="en-US" sz="1600" b="1">
              <a:solidFill>
                <a:srgbClr val="000000"/>
              </a:solidFill>
              <a:latin typeface="Times New Roman"/>
              <a:cs typeface="Times New Roman"/>
            </a:endParaRPr>
          </a:p>
          <a:p>
            <a:endParaRPr lang="en-US" sz="1600" b="1"/>
          </a:p>
          <a:p>
            <a:r>
              <a:rPr lang="en-US" sz="1400" b="1"/>
              <a:t>Operating System: </a:t>
            </a:r>
            <a:r>
              <a:rPr lang="en-US" sz="1400"/>
              <a:t>Windows 10</a:t>
            </a:r>
          </a:p>
          <a:p>
            <a:r>
              <a:rPr lang="en-US" sz="1400" b="1"/>
              <a:t>Programming Languages: </a:t>
            </a:r>
            <a:r>
              <a:rPr lang="en-US" sz="1400"/>
              <a:t>HTML</a:t>
            </a:r>
          </a:p>
          <a:p>
            <a:r>
              <a:rPr lang="en-US" sz="1400" b="1"/>
              <a:t>Fronted Development: </a:t>
            </a:r>
            <a:r>
              <a:rPr lang="en-US" sz="1400"/>
              <a:t>HTML, CSS </a:t>
            </a:r>
          </a:p>
          <a:p>
            <a:r>
              <a:rPr lang="en-US" sz="1400" b="1"/>
              <a:t>Development Tools: </a:t>
            </a:r>
            <a:r>
              <a:rPr lang="en-US" sz="1400"/>
              <a:t>IDE (e.g. visual code studio)</a:t>
            </a:r>
          </a:p>
          <a:p>
            <a:r>
              <a:rPr lang="en-US" sz="1400" b="1"/>
              <a:t>Version Control: </a:t>
            </a:r>
            <a:r>
              <a:rPr lang="en-US" sz="1400"/>
              <a:t>GitHub for code management and</a:t>
            </a:r>
          </a:p>
          <a:p>
            <a:r>
              <a:rPr lang="en-US" sz="1400"/>
              <a:t>collaboration</a:t>
            </a:r>
          </a:p>
        </p:txBody>
      </p:sp>
      <p:sp>
        <p:nvSpPr>
          <p:cNvPr id="14" name="TextBox 13">
            <a:extLst>
              <a:ext uri="{FF2B5EF4-FFF2-40B4-BE49-F238E27FC236}">
                <a16:creationId xmlns:a16="http://schemas.microsoft.com/office/drawing/2014/main" id="{E1A9B3E4-E777-7EEA-DD90-3F1BC3109107}"/>
              </a:ext>
            </a:extLst>
          </p:cNvPr>
          <p:cNvSpPr txBox="1"/>
          <p:nvPr/>
        </p:nvSpPr>
        <p:spPr>
          <a:xfrm>
            <a:off x="819982" y="4501905"/>
            <a:ext cx="497504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latin typeface="Times New Roman"/>
                <a:cs typeface="Times New Roman"/>
              </a:rPr>
              <a:t>Hardware Requirement:</a:t>
            </a:r>
            <a:endParaRPr lang="en-US" sz="1600">
              <a:latin typeface="Times New Roman"/>
              <a:cs typeface="Times New Roman"/>
            </a:endParaRPr>
          </a:p>
          <a:p>
            <a:pPr algn="l"/>
            <a:endParaRPr lang="en-US" sz="1400" b="1">
              <a:latin typeface="Times New Roman"/>
              <a:cs typeface="Times New Roman"/>
            </a:endParaRPr>
          </a:p>
          <a:p>
            <a:pPr algn="l"/>
            <a:r>
              <a:rPr lang="en-US" sz="1400">
                <a:latin typeface="Times New Roman"/>
                <a:cs typeface="Times New Roman"/>
              </a:rPr>
              <a:t>Minimum RAM 8 GB</a:t>
            </a:r>
          </a:p>
          <a:p>
            <a:pPr algn="l"/>
            <a:r>
              <a:rPr lang="en-US" sz="1400">
                <a:latin typeface="Times New Roman"/>
                <a:cs typeface="Times New Roman"/>
              </a:rPr>
              <a:t>Storage  : 256 GB SSD</a:t>
            </a:r>
          </a:p>
          <a:p>
            <a:pPr algn="l"/>
            <a:r>
              <a:rPr lang="en-US" sz="1400">
                <a:latin typeface="Times New Roman"/>
                <a:cs typeface="Times New Roman"/>
              </a:rPr>
              <a:t>Network : Reliable highspeed internet connection</a:t>
            </a:r>
          </a:p>
          <a:p>
            <a:pPr algn="l"/>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635000" y="937005"/>
            <a:ext cx="4126865" cy="768985"/>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CHAPTER</a:t>
            </a:r>
            <a:r>
              <a:rPr sz="1800" b="1" spc="-35">
                <a:latin typeface="Times New Roman"/>
                <a:cs typeface="Times New Roman"/>
              </a:rPr>
              <a:t> </a:t>
            </a:r>
            <a:r>
              <a:rPr sz="1800" b="1" spc="-50">
                <a:latin typeface="Times New Roman"/>
                <a:cs typeface="Times New Roman"/>
              </a:rPr>
              <a:t>4</a:t>
            </a:r>
            <a:endParaRPr sz="1800">
              <a:latin typeface="Times New Roman"/>
              <a:cs typeface="Times New Roman"/>
            </a:endParaRPr>
          </a:p>
          <a:p>
            <a:pPr marL="2174240">
              <a:lnSpc>
                <a:spcPct val="100000"/>
              </a:lnSpc>
              <a:spcBef>
                <a:spcPts val="1770"/>
              </a:spcBef>
            </a:pPr>
            <a:r>
              <a:rPr sz="1600" b="1" spc="-10">
                <a:latin typeface="Times New Roman"/>
                <a:cs typeface="Times New Roman"/>
              </a:rPr>
              <a:t>IMPLEMENTATION</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pc="-25"/>
              <a:t>4</a:t>
            </a:r>
          </a:p>
        </p:txBody>
      </p:sp>
      <p:sp>
        <p:nvSpPr>
          <p:cNvPr id="10" name="object 3">
            <a:extLst>
              <a:ext uri="{FF2B5EF4-FFF2-40B4-BE49-F238E27FC236}">
                <a16:creationId xmlns:a16="http://schemas.microsoft.com/office/drawing/2014/main" id="{7E687E82-CD83-C1FC-08E9-DE44F1E779E3}"/>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1" name="TextBox 10">
            <a:extLst>
              <a:ext uri="{FF2B5EF4-FFF2-40B4-BE49-F238E27FC236}">
                <a16:creationId xmlns:a16="http://schemas.microsoft.com/office/drawing/2014/main" id="{37797D61-D6A9-5EA9-D58E-27C923808EC6}"/>
              </a:ext>
            </a:extLst>
          </p:cNvPr>
          <p:cNvSpPr txBox="1"/>
          <p:nvPr/>
        </p:nvSpPr>
        <p:spPr>
          <a:xfrm>
            <a:off x="636550" y="1722864"/>
            <a:ext cx="6325720" cy="8779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r>
              <a:rPr lang="en-US" sz="1400" b="1">
                <a:latin typeface="Times New Roman"/>
                <a:cs typeface="Times New Roman"/>
              </a:rPr>
              <a:t>Frontend Development</a:t>
            </a:r>
            <a:endParaRPr lang="en-US" sz="1400">
              <a:latin typeface="Times New Roman"/>
              <a:cs typeface="Times New Roman"/>
            </a:endParaRPr>
          </a:p>
          <a:p>
            <a:pPr marL="342900" indent="-342900" algn="l">
              <a:lnSpc>
                <a:spcPct val="150000"/>
              </a:lnSpc>
              <a:buChar char="•"/>
            </a:pPr>
            <a:r>
              <a:rPr lang="en-US" sz="1400" b="1">
                <a:latin typeface="Times New Roman"/>
                <a:cs typeface="Times New Roman"/>
              </a:rPr>
              <a:t>Sign Up / Login</a:t>
            </a:r>
          </a:p>
          <a:p>
            <a:pPr marL="342900" indent="-342900" algn="l">
              <a:lnSpc>
                <a:spcPct val="150000"/>
              </a:lnSpc>
              <a:buChar char="•"/>
            </a:pPr>
            <a:endParaRPr lang="en-US" sz="1400" b="1">
              <a:latin typeface="Times New Roman"/>
              <a:cs typeface="Times New Roman"/>
            </a:endParaRPr>
          </a:p>
          <a:p>
            <a:pPr marL="342900" indent="-342900" algn="l">
              <a:lnSpc>
                <a:spcPct val="150000"/>
              </a:lnSpc>
              <a:buChar char="•"/>
            </a:pPr>
            <a:endParaRPr lang="en-US" sz="1400" b="1">
              <a:latin typeface="Times New Roman"/>
              <a:cs typeface="Times New Roman"/>
            </a:endParaRPr>
          </a:p>
          <a:p>
            <a:pPr marL="342900" indent="-342900" algn="l">
              <a:lnSpc>
                <a:spcPct val="150000"/>
              </a:lnSpc>
              <a:buChar char="•"/>
            </a:pPr>
            <a:endParaRPr lang="en-US" sz="1400" b="1">
              <a:latin typeface="Times New Roman"/>
              <a:cs typeface="Times New Roman"/>
            </a:endParaRPr>
          </a:p>
          <a:p>
            <a:pPr marL="342900" indent="-342900" algn="l">
              <a:lnSpc>
                <a:spcPct val="150000"/>
              </a:lnSpc>
              <a:buChar char="•"/>
            </a:pPr>
            <a:endParaRPr lang="en-US" sz="1400" b="1">
              <a:latin typeface="Times New Roman"/>
              <a:cs typeface="Times New Roman"/>
            </a:endParaRPr>
          </a:p>
          <a:p>
            <a:pPr marL="342900" indent="-342900" algn="l">
              <a:lnSpc>
                <a:spcPct val="150000"/>
              </a:lnSpc>
              <a:buChar char="•"/>
            </a:pPr>
            <a:r>
              <a:rPr lang="en-US" sz="1400" b="1">
                <a:latin typeface="Times New Roman"/>
                <a:cs typeface="Times New Roman"/>
              </a:rPr>
              <a:t>HTML Structure</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The website is divided into logical sections: Header, Hero, About, Skills, Work, Testimonials, Contact, and Footer.</a:t>
            </a:r>
          </a:p>
          <a:p>
            <a:pPr marL="342900" lvl="1" indent="-342900" algn="l">
              <a:lnSpc>
                <a:spcPct val="150000"/>
              </a:lnSpc>
              <a:buChar char="•"/>
            </a:pPr>
            <a:r>
              <a:rPr lang="en-US" sz="1400">
                <a:latin typeface="Times New Roman"/>
                <a:cs typeface="Times New Roman"/>
              </a:rPr>
              <a:t>Semantic HTML tags (e.g., &lt;header&gt;, &lt;section&gt;, &lt;footer&gt;) are used for better accessibility and SEO.</a:t>
            </a:r>
          </a:p>
          <a:p>
            <a:pPr marL="342900" lvl="1" indent="-342900" algn="l">
              <a:lnSpc>
                <a:spcPct val="150000"/>
              </a:lnSpc>
              <a:buChar char="•"/>
            </a:pPr>
            <a:endParaRPr lang="en-US" sz="1400">
              <a:latin typeface="Times New Roman"/>
              <a:cs typeface="Times New Roman"/>
            </a:endParaRPr>
          </a:p>
          <a:p>
            <a:pPr marL="342900" lvl="1" indent="-342900" algn="l">
              <a:lnSpc>
                <a:spcPct val="150000"/>
              </a:lnSpc>
              <a:buChar char="•"/>
            </a:pPr>
            <a:endParaRPr lang="en-US" sz="1400">
              <a:latin typeface="Times New Roman"/>
              <a:cs typeface="Times New Roman"/>
            </a:endParaRPr>
          </a:p>
          <a:p>
            <a:pPr marL="342900" lvl="1" indent="-342900" algn="l">
              <a:lnSpc>
                <a:spcPct val="150000"/>
              </a:lnSpc>
              <a:buChar char="•"/>
            </a:pPr>
            <a:endParaRPr lang="en-US" sz="1400">
              <a:latin typeface="Times New Roman"/>
              <a:cs typeface="Times New Roman"/>
            </a:endParaRPr>
          </a:p>
          <a:p>
            <a:pPr marL="342900" lvl="1" indent="-342900" algn="l">
              <a:lnSpc>
                <a:spcPct val="150000"/>
              </a:lnSpc>
              <a:buChar char="•"/>
            </a:pPr>
            <a:endParaRPr lang="en-US" sz="1400">
              <a:latin typeface="Times New Roman"/>
              <a:cs typeface="Times New Roman"/>
            </a:endParaRPr>
          </a:p>
          <a:p>
            <a:pPr marL="342900" indent="-342900" algn="l">
              <a:lnSpc>
                <a:spcPct val="150000"/>
              </a:lnSpc>
              <a:buChar char="•"/>
            </a:pPr>
            <a:r>
              <a:rPr lang="en-US" sz="1400" b="1">
                <a:latin typeface="Times New Roman"/>
                <a:cs typeface="Times New Roman"/>
              </a:rPr>
              <a:t>CSS Styling</a:t>
            </a:r>
            <a:endParaRPr lang="en-US" sz="1400">
              <a:latin typeface="Times New Roman"/>
              <a:cs typeface="Times New Roman"/>
            </a:endParaRPr>
          </a:p>
          <a:p>
            <a:pPr marL="342900" lvl="1" indent="-342900" algn="l">
              <a:lnSpc>
                <a:spcPct val="150000"/>
              </a:lnSpc>
              <a:buChar char="•"/>
            </a:pPr>
            <a:r>
              <a:rPr lang="en-US" sz="1400" b="1">
                <a:latin typeface="Times New Roman"/>
                <a:cs typeface="Times New Roman"/>
              </a:rPr>
              <a:t>Google Fonts</a:t>
            </a:r>
            <a:r>
              <a:rPr lang="en-US" sz="1400">
                <a:latin typeface="Times New Roman"/>
                <a:cs typeface="Times New Roman"/>
              </a:rPr>
              <a:t>: Used for typography to ensure a professional and modern look.</a:t>
            </a:r>
          </a:p>
          <a:p>
            <a:pPr marL="342900" lvl="1" indent="-342900" algn="l">
              <a:lnSpc>
                <a:spcPct val="150000"/>
              </a:lnSpc>
              <a:buChar char="•"/>
            </a:pPr>
            <a:r>
              <a:rPr lang="en-US" sz="1400" b="1">
                <a:latin typeface="Times New Roman"/>
                <a:cs typeface="Times New Roman"/>
              </a:rPr>
              <a:t>Flexbox/Grid Layouts</a:t>
            </a:r>
            <a:r>
              <a:rPr lang="en-US" sz="1400">
                <a:latin typeface="Times New Roman"/>
                <a:cs typeface="Times New Roman"/>
              </a:rPr>
              <a:t>: Applied for responsive design and positioning of elements.</a:t>
            </a:r>
          </a:p>
          <a:p>
            <a:pPr marL="342900" lvl="1" indent="-342900" algn="l">
              <a:lnSpc>
                <a:spcPct val="150000"/>
              </a:lnSpc>
              <a:buChar char="•"/>
            </a:pPr>
            <a:r>
              <a:rPr lang="en-US" sz="1400" b="1">
                <a:latin typeface="Times New Roman"/>
                <a:cs typeface="Times New Roman"/>
              </a:rPr>
              <a:t>Media Queries</a:t>
            </a:r>
            <a:r>
              <a:rPr lang="en-US" sz="1400">
                <a:latin typeface="Times New Roman"/>
                <a:cs typeface="Times New Roman"/>
              </a:rPr>
              <a:t>: Ensure the site adapts to various screen sizes, providing a mobile-friendly layout.</a:t>
            </a:r>
          </a:p>
          <a:p>
            <a:pPr marL="342900" indent="-342900" algn="l">
              <a:lnSpc>
                <a:spcPct val="150000"/>
              </a:lnSpc>
              <a:buChar char="•"/>
            </a:pPr>
            <a:r>
              <a:rPr lang="en-US" sz="1400" b="1">
                <a:latin typeface="Times New Roman"/>
                <a:cs typeface="Times New Roman"/>
              </a:rPr>
              <a:t>JavaScript Interactivity</a:t>
            </a:r>
            <a:endParaRPr lang="en-US" sz="1400">
              <a:latin typeface="Times New Roman"/>
              <a:cs typeface="Times New Roman"/>
            </a:endParaRPr>
          </a:p>
          <a:p>
            <a:pPr marL="342900" lvl="1" indent="-342900" algn="l">
              <a:lnSpc>
                <a:spcPct val="150000"/>
              </a:lnSpc>
              <a:buChar char="•"/>
            </a:pPr>
            <a:r>
              <a:rPr lang="en-US" sz="1400" b="1">
                <a:latin typeface="Times New Roman"/>
                <a:cs typeface="Times New Roman"/>
              </a:rPr>
              <a:t>Dynamic Testimonials</a:t>
            </a:r>
            <a:r>
              <a:rPr lang="en-US" sz="1400">
                <a:latin typeface="Times New Roman"/>
                <a:cs typeface="Times New Roman"/>
              </a:rPr>
              <a:t>: A form allows users to add client testimonials in real-time, updating the UI dynamically.</a:t>
            </a:r>
          </a:p>
          <a:p>
            <a:pPr marL="342900" lvl="1" indent="-342900" algn="l">
              <a:lnSpc>
                <a:spcPct val="150000"/>
              </a:lnSpc>
              <a:buChar char="•"/>
            </a:pPr>
            <a:r>
              <a:rPr lang="en-US" sz="1400" b="1">
                <a:latin typeface="Times New Roman"/>
                <a:cs typeface="Times New Roman"/>
              </a:rPr>
              <a:t>Downloadable CV</a:t>
            </a:r>
            <a:r>
              <a:rPr lang="en-US" sz="1400">
                <a:latin typeface="Times New Roman"/>
                <a:cs typeface="Times New Roman"/>
              </a:rPr>
              <a:t>: A button opens the CV link in a new tab or triggers a file download.</a:t>
            </a:r>
          </a:p>
          <a:p>
            <a:pPr lvl="1" algn="l">
              <a:lnSpc>
                <a:spcPct val="150000"/>
              </a:lnSpc>
            </a:pPr>
            <a:endParaRPr lang="en-US" sz="1400">
              <a:latin typeface="Times New Roman"/>
              <a:cs typeface="Times New Roman"/>
            </a:endParaRPr>
          </a:p>
        </p:txBody>
      </p:sp>
      <p:pic>
        <p:nvPicPr>
          <p:cNvPr id="9" name="Picture 8" descr="A screenshot of a login screen&#10;&#10;Description automatically generated">
            <a:extLst>
              <a:ext uri="{FF2B5EF4-FFF2-40B4-BE49-F238E27FC236}">
                <a16:creationId xmlns:a16="http://schemas.microsoft.com/office/drawing/2014/main" id="{34DF494C-B944-F085-D429-33E8D615C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8190" y="2120107"/>
            <a:ext cx="3270113" cy="1537348"/>
          </a:xfrm>
          <a:prstGeom prst="rect">
            <a:avLst/>
          </a:prstGeom>
        </p:spPr>
      </p:pic>
      <p:pic>
        <p:nvPicPr>
          <p:cNvPr id="13" name="Picture 12" descr="A black background with white text&#10;&#10;Description automatically generated">
            <a:extLst>
              <a:ext uri="{FF2B5EF4-FFF2-40B4-BE49-F238E27FC236}">
                <a16:creationId xmlns:a16="http://schemas.microsoft.com/office/drawing/2014/main" id="{AC123EE1-D2FC-C6C3-C0A3-E9EF304A2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0879" y="5562045"/>
            <a:ext cx="4477375" cy="5620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5</a:t>
            </a:r>
          </a:p>
        </p:txBody>
      </p:sp>
      <p:sp>
        <p:nvSpPr>
          <p:cNvPr id="10" name="object 3">
            <a:extLst>
              <a:ext uri="{FF2B5EF4-FFF2-40B4-BE49-F238E27FC236}">
                <a16:creationId xmlns:a16="http://schemas.microsoft.com/office/drawing/2014/main" id="{7E687E82-CD83-C1FC-08E9-DE44F1E779E3}"/>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1" name="TextBox 10">
            <a:extLst>
              <a:ext uri="{FF2B5EF4-FFF2-40B4-BE49-F238E27FC236}">
                <a16:creationId xmlns:a16="http://schemas.microsoft.com/office/drawing/2014/main" id="{37797D61-D6A9-5EA9-D58E-27C923808EC6}"/>
              </a:ext>
            </a:extLst>
          </p:cNvPr>
          <p:cNvSpPr txBox="1"/>
          <p:nvPr/>
        </p:nvSpPr>
        <p:spPr>
          <a:xfrm>
            <a:off x="636557" y="1397400"/>
            <a:ext cx="6299314" cy="42548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endParaRPr lang="en-US" sz="1400" b="1">
              <a:latin typeface="Times New Roman"/>
              <a:cs typeface="Times New Roman"/>
            </a:endParaRPr>
          </a:p>
          <a:p>
            <a:pPr lvl="1" algn="l">
              <a:lnSpc>
                <a:spcPct val="150000"/>
              </a:lnSpc>
            </a:pPr>
            <a:r>
              <a:rPr lang="en-US" sz="1400" b="1">
                <a:latin typeface="Times New Roman"/>
                <a:cs typeface="Times New Roman"/>
              </a:rPr>
              <a:t>Social Media Integration</a:t>
            </a:r>
            <a:endParaRPr lang="en-US" sz="1400">
              <a:latin typeface="Times New Roman"/>
              <a:cs typeface="Times New Roman"/>
            </a:endParaRPr>
          </a:p>
          <a:p>
            <a:pPr marL="342900" indent="-342900" algn="l">
              <a:lnSpc>
                <a:spcPct val="150000"/>
              </a:lnSpc>
              <a:buChar char="•"/>
            </a:pPr>
            <a:r>
              <a:rPr lang="en-US" sz="1400">
                <a:latin typeface="Times New Roman"/>
                <a:cs typeface="Times New Roman"/>
              </a:rPr>
              <a:t>Clickable social media icons (Instagram, LinkedIn, Twitter, Facebook) redirect users to your profiles, enhancing connectivity.</a:t>
            </a:r>
          </a:p>
          <a:p>
            <a:pPr marL="342900" indent="-342900" algn="l">
              <a:lnSpc>
                <a:spcPct val="150000"/>
              </a:lnSpc>
              <a:buChar char="•"/>
            </a:pPr>
            <a:r>
              <a:rPr lang="en-US" sz="1400">
                <a:latin typeface="Times New Roman"/>
                <a:cs typeface="Times New Roman"/>
              </a:rPr>
              <a:t>Open Graph meta tags ensure shared links look professional on social media platforms. </a:t>
            </a:r>
          </a:p>
          <a:p>
            <a:pPr algn="l">
              <a:lnSpc>
                <a:spcPct val="150000"/>
              </a:lnSpc>
            </a:pPr>
            <a:endParaRPr lang="en-US" sz="1400">
              <a:latin typeface="Times New Roman"/>
              <a:cs typeface="Times New Roman"/>
            </a:endParaRPr>
          </a:p>
          <a:p>
            <a:pPr algn="l">
              <a:lnSpc>
                <a:spcPct val="150000"/>
              </a:lnSpc>
            </a:pPr>
            <a:r>
              <a:rPr lang="en-US" sz="1400" b="1">
                <a:latin typeface="Times New Roman"/>
                <a:cs typeface="Times New Roman"/>
              </a:rPr>
              <a:t>Responsive Design</a:t>
            </a:r>
            <a:endParaRPr lang="en-US" sz="1400">
              <a:latin typeface="Times New Roman"/>
              <a:cs typeface="Times New Roman"/>
            </a:endParaRPr>
          </a:p>
          <a:p>
            <a:pPr marL="342900" indent="-342900" algn="l">
              <a:lnSpc>
                <a:spcPct val="150000"/>
              </a:lnSpc>
              <a:buChar char="•"/>
            </a:pPr>
            <a:r>
              <a:rPr lang="en-US" sz="1400">
                <a:latin typeface="Times New Roman"/>
                <a:cs typeface="Times New Roman"/>
              </a:rPr>
              <a:t>Media queries are implemented to provide a tailored experience for users on mobile, tablet, and desktop devices.</a:t>
            </a:r>
          </a:p>
          <a:p>
            <a:pPr marL="342900" indent="-342900" algn="l">
              <a:lnSpc>
                <a:spcPct val="150000"/>
              </a:lnSpc>
              <a:buChar char="•"/>
            </a:pPr>
            <a:r>
              <a:rPr lang="en-US" sz="1400">
                <a:latin typeface="Times New Roman"/>
                <a:cs typeface="Times New Roman"/>
              </a:rPr>
              <a:t>The layout adjusts based on the device’s width, ensuring no content overlaps or breaks.</a:t>
            </a:r>
          </a:p>
          <a:p>
            <a:pPr algn="l">
              <a:lnSpc>
                <a:spcPct val="150000"/>
              </a:lnSpc>
            </a:pPr>
            <a:endParaRPr lang="en-US" sz="1400">
              <a:latin typeface="Times New Roman"/>
              <a:cs typeface="Times New Roman"/>
            </a:endParaRPr>
          </a:p>
        </p:txBody>
      </p:sp>
    </p:spTree>
    <p:extLst>
      <p:ext uri="{BB962C8B-B14F-4D97-AF65-F5344CB8AC3E}">
        <p14:creationId xmlns:p14="http://schemas.microsoft.com/office/powerpoint/2010/main" val="2800489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679195" y="908050"/>
            <a:ext cx="1310640" cy="299720"/>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CHAPTER</a:t>
            </a:r>
            <a:r>
              <a:rPr sz="1800" b="1" spc="-35">
                <a:latin typeface="Times New Roman"/>
                <a:cs typeface="Times New Roman"/>
              </a:rPr>
              <a:t> </a:t>
            </a:r>
            <a:r>
              <a:rPr sz="1800" b="1" spc="-50">
                <a:latin typeface="Times New Roman"/>
                <a:cs typeface="Times New Roman"/>
              </a:rPr>
              <a:t>5</a:t>
            </a:r>
            <a:endParaRPr sz="1800">
              <a:latin typeface="Times New Roman"/>
              <a:cs typeface="Times New Roman"/>
            </a:endParaRPr>
          </a:p>
        </p:txBody>
      </p:sp>
      <p:sp>
        <p:nvSpPr>
          <p:cNvPr id="7" name="object 7"/>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8" name="object 8"/>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pc="-25"/>
              <a:t>5</a:t>
            </a:r>
          </a:p>
        </p:txBody>
      </p:sp>
      <p:sp>
        <p:nvSpPr>
          <p:cNvPr id="6" name="object 6"/>
          <p:cNvSpPr txBox="1"/>
          <p:nvPr/>
        </p:nvSpPr>
        <p:spPr>
          <a:xfrm>
            <a:off x="3314827" y="1545081"/>
            <a:ext cx="928369" cy="269240"/>
          </a:xfrm>
          <a:prstGeom prst="rect">
            <a:avLst/>
          </a:prstGeom>
        </p:spPr>
        <p:txBody>
          <a:bodyPr vert="horz" wrap="square" lIns="0" tIns="12065" rIns="0" bIns="0" rtlCol="0">
            <a:spAutoFit/>
          </a:bodyPr>
          <a:lstStyle/>
          <a:p>
            <a:pPr marL="12700">
              <a:lnSpc>
                <a:spcPct val="100000"/>
              </a:lnSpc>
              <a:spcBef>
                <a:spcPts val="95"/>
              </a:spcBef>
            </a:pPr>
            <a:r>
              <a:rPr sz="1600" b="1" spc="-10">
                <a:latin typeface="Times New Roman"/>
                <a:cs typeface="Times New Roman"/>
              </a:rPr>
              <a:t>TESTING</a:t>
            </a:r>
            <a:endParaRPr sz="1600">
              <a:latin typeface="Times New Roman"/>
              <a:cs typeface="Times New Roman"/>
            </a:endParaRPr>
          </a:p>
        </p:txBody>
      </p:sp>
      <p:sp>
        <p:nvSpPr>
          <p:cNvPr id="11" name="object 3">
            <a:extLst>
              <a:ext uri="{FF2B5EF4-FFF2-40B4-BE49-F238E27FC236}">
                <a16:creationId xmlns:a16="http://schemas.microsoft.com/office/drawing/2014/main" id="{BD392D26-B0E1-C67D-D4FC-702BC3D8622D}"/>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4" name="TextBox 13">
            <a:extLst>
              <a:ext uri="{FF2B5EF4-FFF2-40B4-BE49-F238E27FC236}">
                <a16:creationId xmlns:a16="http://schemas.microsoft.com/office/drawing/2014/main" id="{19B1A0E3-FD5E-DB38-E6A2-CD1A44B551AD}"/>
              </a:ext>
            </a:extLst>
          </p:cNvPr>
          <p:cNvSpPr txBox="1"/>
          <p:nvPr/>
        </p:nvSpPr>
        <p:spPr>
          <a:xfrm>
            <a:off x="454652" y="1807792"/>
            <a:ext cx="7012297" cy="8779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r>
              <a:rPr lang="en-US" sz="1400" b="1">
                <a:latin typeface="Times New Roman"/>
                <a:cs typeface="Times New Roman"/>
              </a:rPr>
              <a:t>1. Testing Environment</a:t>
            </a:r>
            <a:endParaRPr lang="en-US" sz="1400" b="1">
              <a:solidFill>
                <a:srgbClr val="000000"/>
              </a:solidFill>
              <a:latin typeface="Times New Roman"/>
              <a:cs typeface="Times New Roman"/>
            </a:endParaRPr>
          </a:p>
          <a:p>
            <a:pPr marL="342900" indent="-342900" algn="l">
              <a:lnSpc>
                <a:spcPct val="150000"/>
              </a:lnSpc>
              <a:buChar char="•"/>
            </a:pPr>
            <a:r>
              <a:rPr lang="en-US" sz="1400" b="1">
                <a:latin typeface="Times New Roman"/>
                <a:cs typeface="Times New Roman"/>
              </a:rPr>
              <a:t>Local Development Environment</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Code editor (e.g., Visual Studio Code) with a live preview extension (e.g., Live Server) for immediate testing during development.</a:t>
            </a:r>
          </a:p>
          <a:p>
            <a:pPr marL="342900" lvl="1" indent="-342900" algn="l">
              <a:lnSpc>
                <a:spcPct val="150000"/>
              </a:lnSpc>
              <a:buChar char="•"/>
            </a:pPr>
            <a:r>
              <a:rPr lang="en-US" sz="1400">
                <a:latin typeface="Times New Roman"/>
                <a:cs typeface="Times New Roman"/>
              </a:rPr>
              <a:t>Ensure Node.js is installed if any build tools or </a:t>
            </a:r>
            <a:r>
              <a:rPr lang="en-US" sz="1400" err="1">
                <a:latin typeface="Times New Roman"/>
                <a:cs typeface="Times New Roman"/>
              </a:rPr>
              <a:t>npm</a:t>
            </a:r>
            <a:r>
              <a:rPr lang="en-US" sz="1400">
                <a:latin typeface="Times New Roman"/>
                <a:cs typeface="Times New Roman"/>
              </a:rPr>
              <a:t> packages are required.</a:t>
            </a:r>
          </a:p>
          <a:p>
            <a:pPr marL="342900" indent="-342900" algn="l">
              <a:lnSpc>
                <a:spcPct val="150000"/>
              </a:lnSpc>
              <a:buChar char="•"/>
            </a:pPr>
            <a:r>
              <a:rPr lang="en-US" sz="1400" b="1">
                <a:latin typeface="Times New Roman"/>
                <a:cs typeface="Times New Roman"/>
              </a:rPr>
              <a:t>Staging Environment</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Deploy the website to a staging server (e.g., Netlify, GitHub Pages) to simulate the production environment for testing.</a:t>
            </a:r>
          </a:p>
          <a:p>
            <a:pPr lvl="1" algn="l">
              <a:lnSpc>
                <a:spcPct val="150000"/>
              </a:lnSpc>
            </a:pPr>
            <a:r>
              <a:rPr lang="en-US" sz="1400" b="1">
                <a:latin typeface="Times New Roman"/>
                <a:cs typeface="Times New Roman"/>
              </a:rPr>
              <a:t>2. Devices and Browsers</a:t>
            </a:r>
            <a:endParaRPr lang="en-US" sz="1400">
              <a:latin typeface="Times New Roman"/>
              <a:cs typeface="Times New Roman"/>
            </a:endParaRPr>
          </a:p>
          <a:p>
            <a:pPr marL="342900" indent="-342900" algn="l">
              <a:lnSpc>
                <a:spcPct val="150000"/>
              </a:lnSpc>
              <a:buChar char="•"/>
            </a:pPr>
            <a:r>
              <a:rPr lang="en-US" sz="1400" b="1">
                <a:latin typeface="Times New Roman"/>
                <a:cs typeface="Times New Roman"/>
              </a:rPr>
              <a:t>Devices</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Desktop: Windows, macOS.</a:t>
            </a:r>
          </a:p>
          <a:p>
            <a:pPr marL="342900" lvl="1" indent="-342900" algn="l">
              <a:lnSpc>
                <a:spcPct val="150000"/>
              </a:lnSpc>
              <a:buChar char="•"/>
            </a:pPr>
            <a:r>
              <a:rPr lang="en-US" sz="1400">
                <a:latin typeface="Times New Roman"/>
                <a:cs typeface="Times New Roman"/>
              </a:rPr>
              <a:t>Tablets: iPad, Android tablets.</a:t>
            </a:r>
          </a:p>
          <a:p>
            <a:pPr marL="342900" lvl="1" indent="-342900" algn="l">
              <a:lnSpc>
                <a:spcPct val="150000"/>
              </a:lnSpc>
              <a:buChar char="•"/>
            </a:pPr>
            <a:r>
              <a:rPr lang="en-US" sz="1400">
                <a:latin typeface="Times New Roman"/>
                <a:cs typeface="Times New Roman"/>
              </a:rPr>
              <a:t>Mobile: iOS (iPhone), Android (Samsung, Pixel).</a:t>
            </a:r>
          </a:p>
          <a:p>
            <a:pPr marL="342900" indent="-342900" algn="l">
              <a:lnSpc>
                <a:spcPct val="150000"/>
              </a:lnSpc>
              <a:buChar char="•"/>
            </a:pPr>
            <a:r>
              <a:rPr lang="en-US" sz="1400" b="1">
                <a:latin typeface="Times New Roman"/>
                <a:cs typeface="Times New Roman"/>
              </a:rPr>
              <a:t>Browsers</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Chrome (latest version).</a:t>
            </a:r>
          </a:p>
          <a:p>
            <a:pPr marL="342900" lvl="1" indent="-342900" algn="l">
              <a:lnSpc>
                <a:spcPct val="150000"/>
              </a:lnSpc>
              <a:buChar char="•"/>
            </a:pPr>
            <a:r>
              <a:rPr lang="en-US" sz="1400">
                <a:latin typeface="Times New Roman"/>
                <a:cs typeface="Times New Roman"/>
              </a:rPr>
              <a:t>Firefox (latest version).</a:t>
            </a:r>
          </a:p>
          <a:p>
            <a:pPr marL="342900" lvl="1" indent="-342900" algn="l">
              <a:lnSpc>
                <a:spcPct val="150000"/>
              </a:lnSpc>
              <a:buChar char="•"/>
            </a:pPr>
            <a:r>
              <a:rPr lang="en-US" sz="1400">
                <a:latin typeface="Times New Roman"/>
                <a:cs typeface="Times New Roman"/>
              </a:rPr>
              <a:t>Safari (latest version).</a:t>
            </a:r>
          </a:p>
          <a:p>
            <a:pPr marL="342900" lvl="1" indent="-342900" algn="l">
              <a:lnSpc>
                <a:spcPct val="150000"/>
              </a:lnSpc>
              <a:buChar char="•"/>
            </a:pPr>
            <a:r>
              <a:rPr lang="en-US" sz="1400">
                <a:latin typeface="Times New Roman"/>
                <a:cs typeface="Times New Roman"/>
              </a:rPr>
              <a:t>Microsoft Edge (latest version).</a:t>
            </a:r>
          </a:p>
          <a:p>
            <a:pPr lvl="1" algn="l">
              <a:lnSpc>
                <a:spcPct val="150000"/>
              </a:lnSpc>
            </a:pPr>
            <a:r>
              <a:rPr lang="en-US" sz="1400" b="1">
                <a:latin typeface="Times New Roman"/>
                <a:cs typeface="Times New Roman"/>
              </a:rPr>
              <a:t>3. Tools for Testing</a:t>
            </a:r>
            <a:endParaRPr lang="en-US" sz="1400">
              <a:latin typeface="Times New Roman"/>
              <a:cs typeface="Times New Roman"/>
            </a:endParaRPr>
          </a:p>
          <a:p>
            <a:pPr marL="342900" indent="-342900" algn="l">
              <a:lnSpc>
                <a:spcPct val="150000"/>
              </a:lnSpc>
              <a:buChar char="•"/>
            </a:pPr>
            <a:r>
              <a:rPr lang="en-US" sz="1400" b="1">
                <a:latin typeface="Times New Roman"/>
                <a:cs typeface="Times New Roman"/>
              </a:rPr>
              <a:t>Performance Testing</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Use Google Lighthouse (built into Chrome </a:t>
            </a:r>
            <a:r>
              <a:rPr lang="en-US" sz="1400" err="1">
                <a:latin typeface="Times New Roman"/>
                <a:cs typeface="Times New Roman"/>
              </a:rPr>
              <a:t>DevTools</a:t>
            </a:r>
            <a:r>
              <a:rPr lang="en-US" sz="1400">
                <a:latin typeface="Times New Roman"/>
                <a:cs typeface="Times New Roman"/>
              </a:rPr>
              <a:t>).</a:t>
            </a:r>
          </a:p>
          <a:p>
            <a:pPr marL="342900" indent="-342900" algn="l">
              <a:lnSpc>
                <a:spcPct val="150000"/>
              </a:lnSpc>
              <a:buChar char="•"/>
            </a:pPr>
            <a:r>
              <a:rPr lang="en-US" sz="1400" b="1">
                <a:latin typeface="Times New Roman"/>
                <a:cs typeface="Times New Roman"/>
              </a:rPr>
              <a:t>Responsiveness Testing</a:t>
            </a:r>
            <a:endParaRPr lang="en-US" sz="1400">
              <a:latin typeface="Times New Roman"/>
              <a:cs typeface="Times New Roman"/>
            </a:endParaRPr>
          </a:p>
          <a:p>
            <a:pPr marL="342900" lvl="1" indent="-342900" algn="l">
              <a:lnSpc>
                <a:spcPct val="150000"/>
              </a:lnSpc>
              <a:buChar char="•"/>
            </a:pPr>
            <a:r>
              <a:rPr lang="en-US" sz="1400">
                <a:latin typeface="Times New Roman"/>
                <a:cs typeface="Times New Roman"/>
              </a:rPr>
              <a:t>Chrome Dev Tools (Toggle Device Toolbar).</a:t>
            </a:r>
          </a:p>
          <a:p>
            <a:pPr marL="342900" lvl="1" indent="-342900" algn="l">
              <a:lnSpc>
                <a:spcPct val="150000"/>
              </a:lnSpc>
              <a:buChar char="•"/>
            </a:pPr>
            <a:r>
              <a:rPr lang="en-US" sz="1400">
                <a:latin typeface="Times New Roman"/>
                <a:cs typeface="Times New Roman"/>
              </a:rPr>
              <a:t>Online tools like </a:t>
            </a:r>
            <a:r>
              <a:rPr lang="en-US" sz="1400" u="sng">
                <a:latin typeface="Times New Roman"/>
                <a:cs typeface="Times New Roman"/>
                <a:hlinkClick r:id="rId2"/>
              </a:rPr>
              <a:t>BrowserStack</a:t>
            </a:r>
            <a:r>
              <a:rPr lang="en-US" sz="1400">
                <a:latin typeface="Times New Roman"/>
                <a:cs typeface="Times New Roman"/>
              </a:rPr>
              <a:t> or </a:t>
            </a:r>
            <a:r>
              <a:rPr lang="en-US" sz="1400">
                <a:latin typeface="Times New Roman"/>
                <a:cs typeface="Times New Roman"/>
                <a:hlinkClick r:id="rId3"/>
              </a:rPr>
              <a:t>Responsive Design Checker</a:t>
            </a:r>
            <a:r>
              <a:rPr lang="en-US" sz="1400">
                <a:latin typeface="Times New Roman"/>
                <a:cs typeface="Times New Roman"/>
              </a:rPr>
              <a:t>.</a:t>
            </a:r>
          </a:p>
          <a:p>
            <a:pPr marL="342900" indent="-342900" algn="l">
              <a:lnSpc>
                <a:spcPct val="150000"/>
              </a:lnSpc>
              <a:buChar char="•"/>
            </a:pPr>
            <a:endParaRPr lang="en-US" sz="1400" b="1">
              <a:latin typeface="Times New Roman"/>
              <a:cs typeface="Times New Roman"/>
            </a:endParaRPr>
          </a:p>
          <a:p>
            <a:pPr algn="l">
              <a:lnSpc>
                <a:spcPct val="150000"/>
              </a:lnSpc>
            </a:pPr>
            <a:endParaRPr lang="en-US" sz="14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7" name="object 7"/>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8" name="object 8"/>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r>
              <a:rPr spc="-25"/>
              <a:t>6</a:t>
            </a:r>
          </a:p>
        </p:txBody>
      </p:sp>
      <p:sp>
        <p:nvSpPr>
          <p:cNvPr id="11" name="object 3">
            <a:extLst>
              <a:ext uri="{FF2B5EF4-FFF2-40B4-BE49-F238E27FC236}">
                <a16:creationId xmlns:a16="http://schemas.microsoft.com/office/drawing/2014/main" id="{FB2F86C1-4304-8B3B-49DD-73D6A1709BAA}"/>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8" name="TextBox 17">
            <a:extLst>
              <a:ext uri="{FF2B5EF4-FFF2-40B4-BE49-F238E27FC236}">
                <a16:creationId xmlns:a16="http://schemas.microsoft.com/office/drawing/2014/main" id="{7FFEFC2D-0D05-E026-77A0-19F80E8E06D8}"/>
              </a:ext>
            </a:extLst>
          </p:cNvPr>
          <p:cNvSpPr txBox="1"/>
          <p:nvPr/>
        </p:nvSpPr>
        <p:spPr>
          <a:xfrm>
            <a:off x="362169" y="844106"/>
            <a:ext cx="48968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Login code :</a:t>
            </a:r>
            <a:r>
              <a:rPr lang="en-US"/>
              <a:t> </a:t>
            </a:r>
          </a:p>
        </p:txBody>
      </p:sp>
      <p:pic>
        <p:nvPicPr>
          <p:cNvPr id="15" name="Picture 14" descr="A screenshot of a computer code&#10;&#10;Description automatically generated">
            <a:extLst>
              <a:ext uri="{FF2B5EF4-FFF2-40B4-BE49-F238E27FC236}">
                <a16:creationId xmlns:a16="http://schemas.microsoft.com/office/drawing/2014/main" id="{6A1243AA-60F0-F8DE-CA9A-E8E6581A1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38" y="5172670"/>
            <a:ext cx="7354836" cy="4500685"/>
          </a:xfrm>
          <a:prstGeom prst="rect">
            <a:avLst/>
          </a:prstGeom>
        </p:spPr>
      </p:pic>
      <p:pic>
        <p:nvPicPr>
          <p:cNvPr id="17" name="Picture 16" descr="A computer screen shot of a program code">
            <a:extLst>
              <a:ext uri="{FF2B5EF4-FFF2-40B4-BE49-F238E27FC236}">
                <a16:creationId xmlns:a16="http://schemas.microsoft.com/office/drawing/2014/main" id="{2E0D7152-3DF2-F94F-5755-60425CC58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 y="1566824"/>
            <a:ext cx="7772400" cy="2995876"/>
          </a:xfrm>
          <a:prstGeom prst="rect">
            <a:avLst/>
          </a:prstGeom>
        </p:spPr>
      </p:pic>
      <p:sp>
        <p:nvSpPr>
          <p:cNvPr id="2" name="TextBox 1">
            <a:extLst>
              <a:ext uri="{FF2B5EF4-FFF2-40B4-BE49-F238E27FC236}">
                <a16:creationId xmlns:a16="http://schemas.microsoft.com/office/drawing/2014/main" id="{CBFCA74F-CF1B-7D25-6956-35B1F77F2422}"/>
              </a:ext>
            </a:extLst>
          </p:cNvPr>
          <p:cNvSpPr txBox="1"/>
          <p:nvPr/>
        </p:nvSpPr>
        <p:spPr>
          <a:xfrm>
            <a:off x="142267" y="4800310"/>
            <a:ext cx="48968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Navigation Bar :</a:t>
            </a:r>
            <a:r>
              <a:rPr lang="en-US"/>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7" name="object 7"/>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8" name="object 8"/>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9" name="object 9"/>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7</a:t>
            </a:r>
          </a:p>
        </p:txBody>
      </p:sp>
      <p:sp>
        <p:nvSpPr>
          <p:cNvPr id="6" name="object 6"/>
          <p:cNvSpPr txBox="1"/>
          <p:nvPr/>
        </p:nvSpPr>
        <p:spPr>
          <a:xfrm>
            <a:off x="3304159" y="1382013"/>
            <a:ext cx="949960" cy="269240"/>
          </a:xfrm>
          <a:prstGeom prst="rect">
            <a:avLst/>
          </a:prstGeom>
        </p:spPr>
        <p:txBody>
          <a:bodyPr vert="horz" wrap="square" lIns="0" tIns="12065" rIns="0" bIns="0" rtlCol="0">
            <a:spAutoFit/>
          </a:bodyPr>
          <a:lstStyle/>
          <a:p>
            <a:pPr marL="12700">
              <a:lnSpc>
                <a:spcPct val="100000"/>
              </a:lnSpc>
              <a:spcBef>
                <a:spcPts val="95"/>
              </a:spcBef>
            </a:pPr>
            <a:r>
              <a:rPr lang="en-US" sz="1600" b="1" spc="-10">
                <a:latin typeface="Times New Roman"/>
                <a:cs typeface="Times New Roman"/>
              </a:rPr>
              <a:t>RESULTS</a:t>
            </a:r>
            <a:endParaRPr sz="1600">
              <a:latin typeface="Times New Roman"/>
              <a:cs typeface="Times New Roman"/>
            </a:endParaRPr>
          </a:p>
        </p:txBody>
      </p:sp>
      <p:sp>
        <p:nvSpPr>
          <p:cNvPr id="11" name="object 3">
            <a:extLst>
              <a:ext uri="{FF2B5EF4-FFF2-40B4-BE49-F238E27FC236}">
                <a16:creationId xmlns:a16="http://schemas.microsoft.com/office/drawing/2014/main" id="{FB2F86C1-4304-8B3B-49DD-73D6A1709BAA}"/>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10" name="object 5">
            <a:extLst>
              <a:ext uri="{FF2B5EF4-FFF2-40B4-BE49-F238E27FC236}">
                <a16:creationId xmlns:a16="http://schemas.microsoft.com/office/drawing/2014/main" id="{1F96AE56-F50E-30A2-9E9F-C6CEE6B17180}"/>
              </a:ext>
            </a:extLst>
          </p:cNvPr>
          <p:cNvSpPr txBox="1"/>
          <p:nvPr/>
        </p:nvSpPr>
        <p:spPr>
          <a:xfrm>
            <a:off x="635000" y="853185"/>
            <a:ext cx="1310640" cy="299720"/>
          </a:xfrm>
          <a:prstGeom prst="rect">
            <a:avLst/>
          </a:prstGeom>
        </p:spPr>
        <p:txBody>
          <a:bodyPr vert="horz" wrap="square" lIns="0" tIns="12700" rIns="0" bIns="0" rtlCol="0">
            <a:spAutoFit/>
          </a:bodyPr>
          <a:lstStyle/>
          <a:p>
            <a:pPr marL="12700">
              <a:lnSpc>
                <a:spcPct val="100000"/>
              </a:lnSpc>
              <a:spcBef>
                <a:spcPts val="100"/>
              </a:spcBef>
            </a:pPr>
            <a:r>
              <a:rPr sz="1800" b="1">
                <a:latin typeface="Times New Roman"/>
                <a:cs typeface="Times New Roman"/>
              </a:rPr>
              <a:t>CHAPTER</a:t>
            </a:r>
            <a:r>
              <a:rPr sz="1800" b="1" spc="-35">
                <a:latin typeface="Times New Roman"/>
                <a:cs typeface="Times New Roman"/>
              </a:rPr>
              <a:t> </a:t>
            </a:r>
            <a:r>
              <a:rPr sz="1800" b="1" spc="-50">
                <a:latin typeface="Times New Roman"/>
                <a:cs typeface="Times New Roman"/>
              </a:rPr>
              <a:t>6</a:t>
            </a:r>
            <a:endParaRPr sz="1800">
              <a:latin typeface="Times New Roman"/>
              <a:cs typeface="Times New Roman"/>
            </a:endParaRPr>
          </a:p>
        </p:txBody>
      </p:sp>
      <p:pic>
        <p:nvPicPr>
          <p:cNvPr id="5" name="Picture 4" descr="A person sitting on a stool&#10;&#10;Description automatically generated">
            <a:extLst>
              <a:ext uri="{FF2B5EF4-FFF2-40B4-BE49-F238E27FC236}">
                <a16:creationId xmlns:a16="http://schemas.microsoft.com/office/drawing/2014/main" id="{D46C4862-10B9-6973-5113-D69060976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32722"/>
            <a:ext cx="7772399" cy="3433139"/>
          </a:xfrm>
          <a:prstGeom prst="rect">
            <a:avLst/>
          </a:prstGeom>
        </p:spPr>
      </p:pic>
      <p:sp>
        <p:nvSpPr>
          <p:cNvPr id="2" name="TextBox 1">
            <a:extLst>
              <a:ext uri="{FF2B5EF4-FFF2-40B4-BE49-F238E27FC236}">
                <a16:creationId xmlns:a16="http://schemas.microsoft.com/office/drawing/2014/main" id="{619CD978-4940-9E7E-31A0-F468414C5084}"/>
              </a:ext>
            </a:extLst>
          </p:cNvPr>
          <p:cNvSpPr txBox="1"/>
          <p:nvPr/>
        </p:nvSpPr>
        <p:spPr>
          <a:xfrm>
            <a:off x="501985" y="1639818"/>
            <a:ext cx="6642937" cy="10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r>
              <a:rPr lang="en-US" sz="1400">
                <a:latin typeface="Times New Roman"/>
                <a:cs typeface="Times New Roman"/>
              </a:rPr>
              <a:t>The personal portfolio website was successfully developed and deployed, meeting the primary objectives of creating a responsive, user-friendly platform to showcase skills, projects, and achievements. The project highlights the following accomplishments:</a:t>
            </a:r>
          </a:p>
        </p:txBody>
      </p:sp>
      <p:pic>
        <p:nvPicPr>
          <p:cNvPr id="13" name="Picture 12" descr="A screenshot of a computer&#10;&#10;Description automatically generated">
            <a:extLst>
              <a:ext uri="{FF2B5EF4-FFF2-40B4-BE49-F238E27FC236}">
                <a16:creationId xmlns:a16="http://schemas.microsoft.com/office/drawing/2014/main" id="{06FEEB41-6690-1131-0950-9C6167EC30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1" y="6479572"/>
            <a:ext cx="7743930" cy="2900902"/>
          </a:xfrm>
          <a:prstGeom prst="rect">
            <a:avLst/>
          </a:prstGeom>
        </p:spPr>
      </p:pic>
    </p:spTree>
    <p:extLst>
      <p:ext uri="{BB962C8B-B14F-4D97-AF65-F5344CB8AC3E}">
        <p14:creationId xmlns:p14="http://schemas.microsoft.com/office/powerpoint/2010/main" val="2795247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3049651" y="1429258"/>
            <a:ext cx="1401445" cy="269240"/>
          </a:xfrm>
          <a:prstGeom prst="rect">
            <a:avLst/>
          </a:prstGeom>
        </p:spPr>
        <p:txBody>
          <a:bodyPr vert="horz" wrap="square" lIns="0" tIns="12065" rIns="0" bIns="0" rtlCol="0">
            <a:spAutoFit/>
          </a:bodyPr>
          <a:lstStyle/>
          <a:p>
            <a:pPr marL="12700">
              <a:lnSpc>
                <a:spcPct val="100000"/>
              </a:lnSpc>
              <a:spcBef>
                <a:spcPts val="95"/>
              </a:spcBef>
            </a:pPr>
            <a:r>
              <a:rPr sz="1600" b="1" spc="-10">
                <a:latin typeface="Times New Roman"/>
                <a:cs typeface="Times New Roman"/>
              </a:rPr>
              <a:t>CONCLUSION</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8</a:t>
            </a:r>
          </a:p>
        </p:txBody>
      </p:sp>
      <p:sp>
        <p:nvSpPr>
          <p:cNvPr id="10" name="object 3">
            <a:extLst>
              <a:ext uri="{FF2B5EF4-FFF2-40B4-BE49-F238E27FC236}">
                <a16:creationId xmlns:a16="http://schemas.microsoft.com/office/drawing/2014/main" id="{57DF8336-C73A-AC33-50E9-FBD273DA7926}"/>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2" name="TextBox 1">
            <a:extLst>
              <a:ext uri="{FF2B5EF4-FFF2-40B4-BE49-F238E27FC236}">
                <a16:creationId xmlns:a16="http://schemas.microsoft.com/office/drawing/2014/main" id="{9B5FC16F-28AC-AC1E-7F20-9DD8303F72A8}"/>
              </a:ext>
            </a:extLst>
          </p:cNvPr>
          <p:cNvSpPr txBox="1"/>
          <p:nvPr/>
        </p:nvSpPr>
        <p:spPr>
          <a:xfrm>
            <a:off x="711222" y="2169941"/>
            <a:ext cx="6354209" cy="45704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1400" dirty="0">
                <a:latin typeface="Times New Roman"/>
                <a:cs typeface="Times New Roman"/>
              </a:rPr>
              <a:t>The development of this personal portfolio website successfully achieves its goal of showcasing skills, projects, and achievements in a professional and visually appealing manner. Designed with HTML, CSS, and JavaScript, the website provides a responsive and user-friendly platform that enhances personal branding and fosters connections with potential clients, collaborators, and employers. Features such as dynamic testimonials, social media integration, and a downloadable CV ensure a seamless and engaging user experience across devices.</a:t>
            </a:r>
            <a:endParaRPr lang="en-US" sz="1400" dirty="0">
              <a:solidFill>
                <a:srgbClr val="000000"/>
              </a:solidFill>
              <a:latin typeface="Times New Roman"/>
              <a:cs typeface="Times New Roman"/>
            </a:endParaRPr>
          </a:p>
          <a:p>
            <a:pPr algn="just">
              <a:lnSpc>
                <a:spcPct val="150000"/>
              </a:lnSpc>
            </a:pPr>
            <a:r>
              <a:rPr lang="en-US" sz="1400" dirty="0">
                <a:latin typeface="Times New Roman"/>
                <a:cs typeface="Times New Roman"/>
              </a:rPr>
              <a:t>While the website meets its current objectives, it offers room for future enhancements, such as a blog section, advanced analytics, and real-time communication features. This project not only demonstrates technical proficiency in front-end development but also lays a solid foundation for ongoing growth and digital presence. It highlights the importance of creating a functional and aesthetically pleasing portfolio for effective professional representation.</a:t>
            </a:r>
          </a:p>
          <a:p>
            <a:pPr algn="l"/>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3066414" y="1228089"/>
            <a:ext cx="1423670" cy="269240"/>
          </a:xfrm>
          <a:prstGeom prst="rect">
            <a:avLst/>
          </a:prstGeom>
        </p:spPr>
        <p:txBody>
          <a:bodyPr vert="horz" wrap="square" lIns="0" tIns="12065" rIns="0" bIns="0" rtlCol="0">
            <a:spAutoFit/>
          </a:bodyPr>
          <a:lstStyle/>
          <a:p>
            <a:pPr marL="12700">
              <a:lnSpc>
                <a:spcPct val="100000"/>
              </a:lnSpc>
              <a:spcBef>
                <a:spcPts val="95"/>
              </a:spcBef>
            </a:pPr>
            <a:r>
              <a:rPr sz="1600" b="1" spc="-10">
                <a:latin typeface="Times New Roman"/>
                <a:cs typeface="Times New Roman"/>
              </a:rPr>
              <a:t>LIMITATIONS</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9</a:t>
            </a:r>
          </a:p>
        </p:txBody>
      </p:sp>
      <p:sp>
        <p:nvSpPr>
          <p:cNvPr id="10" name="object 3">
            <a:extLst>
              <a:ext uri="{FF2B5EF4-FFF2-40B4-BE49-F238E27FC236}">
                <a16:creationId xmlns:a16="http://schemas.microsoft.com/office/drawing/2014/main" id="{BBA115EC-34C6-3835-54E4-B10969E4C86D}"/>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2" name="TextBox 1">
            <a:extLst>
              <a:ext uri="{FF2B5EF4-FFF2-40B4-BE49-F238E27FC236}">
                <a16:creationId xmlns:a16="http://schemas.microsoft.com/office/drawing/2014/main" id="{7CEFA4D8-827D-69E8-3860-5DC5196165B1}"/>
              </a:ext>
            </a:extLst>
          </p:cNvPr>
          <p:cNvSpPr txBox="1"/>
          <p:nvPr/>
        </p:nvSpPr>
        <p:spPr>
          <a:xfrm>
            <a:off x="430012" y="2083749"/>
            <a:ext cx="6917936" cy="66890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r>
              <a:rPr lang="en-US" sz="1400" b="1">
                <a:latin typeface="Times New Roman"/>
                <a:cs typeface="Times New Roman"/>
              </a:rPr>
              <a:t>Static Nature</a:t>
            </a:r>
            <a:endParaRPr lang="en-US" sz="1400">
              <a:latin typeface="Times New Roman"/>
              <a:cs typeface="Times New Roman"/>
            </a:endParaRPr>
          </a:p>
          <a:p>
            <a:pPr algn="l">
              <a:lnSpc>
                <a:spcPct val="150000"/>
              </a:lnSpc>
            </a:pPr>
            <a:endParaRPr lang="en-US" sz="1400" b="1">
              <a:latin typeface="Times New Roman"/>
              <a:cs typeface="Times New Roman"/>
            </a:endParaRPr>
          </a:p>
          <a:p>
            <a:pPr algn="l">
              <a:lnSpc>
                <a:spcPct val="150000"/>
              </a:lnSpc>
            </a:pPr>
            <a:r>
              <a:rPr lang="en-US" sz="1400" b="1">
                <a:latin typeface="Times New Roman"/>
                <a:cs typeface="Times New Roman"/>
              </a:rPr>
              <a:t>Limited Interactivity:</a:t>
            </a:r>
            <a:endParaRPr lang="en-US" sz="1400">
              <a:latin typeface="Times New Roman"/>
              <a:cs typeface="Times New Roman"/>
            </a:endParaRPr>
          </a:p>
          <a:p>
            <a:pPr algn="l">
              <a:lnSpc>
                <a:spcPct val="150000"/>
              </a:lnSpc>
            </a:pPr>
            <a:r>
              <a:rPr lang="en-US" sz="1400">
                <a:latin typeface="Times New Roman"/>
                <a:cs typeface="Times New Roman"/>
              </a:rPr>
              <a:t>While the site includes basic interactive features like dynamic testimonials, it lacks advanced interactivity such as real-time chat or dynamic content updates.</a:t>
            </a:r>
          </a:p>
          <a:p>
            <a:pPr algn="l">
              <a:lnSpc>
                <a:spcPct val="150000"/>
              </a:lnSpc>
              <a:buChar char="•"/>
            </a:pPr>
            <a:endParaRPr lang="en-US" sz="1400" b="1">
              <a:latin typeface="Times New Roman"/>
              <a:cs typeface="Times New Roman"/>
            </a:endParaRPr>
          </a:p>
          <a:p>
            <a:pPr algn="l">
              <a:lnSpc>
                <a:spcPct val="150000"/>
              </a:lnSpc>
              <a:buChar char="•"/>
            </a:pPr>
            <a:r>
              <a:rPr lang="en-US" sz="1400" b="1">
                <a:latin typeface="Times New Roman"/>
                <a:cs typeface="Times New Roman"/>
              </a:rPr>
              <a:t>Security Concerns</a:t>
            </a:r>
            <a:endParaRPr lang="en-US" sz="1400">
              <a:latin typeface="Times New Roman"/>
              <a:cs typeface="Times New Roman"/>
            </a:endParaRPr>
          </a:p>
          <a:p>
            <a:pPr algn="l">
              <a:lnSpc>
                <a:spcPct val="150000"/>
              </a:lnSpc>
              <a:buChar char="•"/>
            </a:pPr>
            <a:r>
              <a:rPr lang="en-US" sz="1400">
                <a:latin typeface="Times New Roman"/>
                <a:cs typeface="Times New Roman"/>
              </a:rPr>
              <a:t>No Form Validation on the Server:</a:t>
            </a:r>
          </a:p>
          <a:p>
            <a:pPr algn="l">
              <a:lnSpc>
                <a:spcPct val="150000"/>
              </a:lnSpc>
              <a:buChar char="•"/>
            </a:pPr>
            <a:r>
              <a:rPr lang="en-US" sz="1400">
                <a:latin typeface="Times New Roman"/>
                <a:cs typeface="Times New Roman"/>
              </a:rPr>
              <a:t>The contact form and other user inputs are not validated server-side, making them vulnerable to spamming or malicious input if deployed improperly.</a:t>
            </a:r>
          </a:p>
          <a:p>
            <a:pPr algn="l">
              <a:lnSpc>
                <a:spcPct val="150000"/>
              </a:lnSpc>
              <a:buChar char="•"/>
            </a:pPr>
            <a:endParaRPr lang="en-US" sz="1400">
              <a:latin typeface="Times New Roman"/>
              <a:cs typeface="Times New Roman"/>
            </a:endParaRPr>
          </a:p>
          <a:p>
            <a:pPr algn="l">
              <a:lnSpc>
                <a:spcPct val="150000"/>
              </a:lnSpc>
              <a:buChar char="•"/>
            </a:pPr>
            <a:r>
              <a:rPr lang="en-US" sz="1400" b="1">
                <a:latin typeface="Times New Roman"/>
                <a:cs typeface="Times New Roman"/>
              </a:rPr>
              <a:t>Scalability Issues</a:t>
            </a:r>
            <a:endParaRPr lang="en-US" sz="1400">
              <a:latin typeface="Times New Roman"/>
              <a:cs typeface="Times New Roman"/>
            </a:endParaRPr>
          </a:p>
          <a:p>
            <a:pPr algn="l">
              <a:lnSpc>
                <a:spcPct val="150000"/>
              </a:lnSpc>
              <a:buChar char="•"/>
            </a:pPr>
            <a:r>
              <a:rPr lang="en-US" sz="1400">
                <a:latin typeface="Times New Roman"/>
                <a:cs typeface="Times New Roman"/>
              </a:rPr>
              <a:t>Performance with Larger Content:</a:t>
            </a:r>
          </a:p>
          <a:p>
            <a:pPr algn="l">
              <a:lnSpc>
                <a:spcPct val="150000"/>
              </a:lnSpc>
              <a:buChar char="•"/>
            </a:pPr>
            <a:r>
              <a:rPr lang="en-US" sz="1400">
                <a:latin typeface="Times New Roman"/>
                <a:cs typeface="Times New Roman"/>
              </a:rPr>
              <a:t>As the number of projects or testimonials grows, the static nature of the site might lead to slower load times or cluttered layouts.</a:t>
            </a:r>
          </a:p>
          <a:p>
            <a:pPr algn="l">
              <a:lnSpc>
                <a:spcPct val="150000"/>
              </a:lnSpc>
              <a:buChar char="•"/>
            </a:pPr>
            <a:endParaRPr lang="en-US" sz="1400">
              <a:latin typeface="Times New Roman"/>
              <a:cs typeface="Times New Roman"/>
            </a:endParaRPr>
          </a:p>
          <a:p>
            <a:pPr algn="l">
              <a:lnSpc>
                <a:spcPct val="150000"/>
              </a:lnSpc>
              <a:buChar char="•"/>
            </a:pPr>
            <a:r>
              <a:rPr lang="en-US" sz="1400" b="1">
                <a:latin typeface="Times New Roman"/>
                <a:cs typeface="Times New Roman"/>
              </a:rPr>
              <a:t>Limited Data Handling:</a:t>
            </a:r>
            <a:endParaRPr lang="en-US" sz="1400">
              <a:latin typeface="Times New Roman"/>
              <a:cs typeface="Times New Roman"/>
            </a:endParaRPr>
          </a:p>
          <a:p>
            <a:pPr algn="l">
              <a:lnSpc>
                <a:spcPct val="150000"/>
              </a:lnSpc>
              <a:buChar char="•"/>
            </a:pPr>
            <a:r>
              <a:rPr lang="en-US" sz="1400">
                <a:latin typeface="Times New Roman"/>
                <a:cs typeface="Times New Roman"/>
              </a:rPr>
              <a:t>The website cannot handle large datasets or dynamic updates without backend support.</a:t>
            </a:r>
          </a:p>
          <a:p>
            <a:pPr marL="342900" indent="-342900" algn="l">
              <a:lnSpc>
                <a:spcPct val="150000"/>
              </a:lnSpc>
              <a:buChar char="•"/>
            </a:pPr>
            <a:endParaRPr lang="en-US" sz="1400">
              <a:latin typeface="Times New Roman"/>
              <a:cs typeface="Times New Roman"/>
            </a:endParaRPr>
          </a:p>
          <a:p>
            <a:pPr algn="l">
              <a:lnSpc>
                <a:spcPct val="150000"/>
              </a:lnSpc>
            </a:pP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2453767" y="1089405"/>
            <a:ext cx="2650490" cy="269240"/>
          </a:xfrm>
          <a:prstGeom prst="rect">
            <a:avLst/>
          </a:prstGeom>
        </p:spPr>
        <p:txBody>
          <a:bodyPr vert="horz" wrap="square" lIns="0" tIns="12065" rIns="0" bIns="0" rtlCol="0">
            <a:spAutoFit/>
          </a:bodyPr>
          <a:lstStyle/>
          <a:p>
            <a:pPr marL="12700">
              <a:lnSpc>
                <a:spcPct val="100000"/>
              </a:lnSpc>
              <a:spcBef>
                <a:spcPts val="95"/>
              </a:spcBef>
            </a:pPr>
            <a:r>
              <a:rPr sz="1600" b="1">
                <a:latin typeface="Times New Roman"/>
                <a:cs typeface="Times New Roman"/>
              </a:rPr>
              <a:t>FUTURE</a:t>
            </a:r>
            <a:r>
              <a:rPr sz="1600" b="1" spc="10">
                <a:latin typeface="Times New Roman"/>
                <a:cs typeface="Times New Roman"/>
              </a:rPr>
              <a:t> </a:t>
            </a:r>
            <a:r>
              <a:rPr sz="1600" b="1" spc="-10">
                <a:latin typeface="Times New Roman"/>
                <a:cs typeface="Times New Roman"/>
              </a:rPr>
              <a:t>ENHANCEMENTS</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10</a:t>
            </a:r>
          </a:p>
        </p:txBody>
      </p:sp>
      <p:sp>
        <p:nvSpPr>
          <p:cNvPr id="10" name="object 3">
            <a:extLst>
              <a:ext uri="{FF2B5EF4-FFF2-40B4-BE49-F238E27FC236}">
                <a16:creationId xmlns:a16="http://schemas.microsoft.com/office/drawing/2014/main" id="{7F7E7423-D7AB-4517-4764-9D3812D377B9}"/>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2" name="TextBox 1">
            <a:extLst>
              <a:ext uri="{FF2B5EF4-FFF2-40B4-BE49-F238E27FC236}">
                <a16:creationId xmlns:a16="http://schemas.microsoft.com/office/drawing/2014/main" id="{80893790-C625-BE72-9840-FC7493C1EA8B}"/>
              </a:ext>
            </a:extLst>
          </p:cNvPr>
          <p:cNvSpPr txBox="1"/>
          <p:nvPr/>
        </p:nvSpPr>
        <p:spPr>
          <a:xfrm>
            <a:off x="704565" y="1555957"/>
            <a:ext cx="6366612" cy="60170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ct val="150000"/>
              </a:lnSpc>
            </a:pPr>
            <a:r>
              <a:rPr lang="en-US" sz="1400" dirty="0">
                <a:latin typeface="Times New Roman"/>
                <a:cs typeface="Times New Roman"/>
              </a:rPr>
              <a:t>Adding a blog section for regular updates.</a:t>
            </a:r>
            <a:endParaRPr lang="en-US" sz="1400" dirty="0">
              <a:solidFill>
                <a:srgbClr val="000000"/>
              </a:solidFill>
              <a:latin typeface="Times New Roman"/>
              <a:cs typeface="Times New Roman"/>
            </a:endParaRPr>
          </a:p>
          <a:p>
            <a:pPr algn="l">
              <a:lnSpc>
                <a:spcPct val="150000"/>
              </a:lnSpc>
            </a:pPr>
            <a:r>
              <a:rPr lang="en-US" sz="1400" dirty="0">
                <a:latin typeface="Times New Roman"/>
                <a:cs typeface="Times New Roman"/>
              </a:rPr>
              <a:t>Integrating real-time messaging for direct communication. - Improving SEO for enhanced visibility.</a:t>
            </a:r>
          </a:p>
          <a:p>
            <a:pPr algn="l">
              <a:lnSpc>
                <a:spcPct val="150000"/>
              </a:lnSpc>
            </a:pPr>
            <a:endParaRPr lang="en-US" sz="1400" b="1" dirty="0">
              <a:latin typeface="Times New Roman"/>
              <a:cs typeface="Times New Roman"/>
            </a:endParaRPr>
          </a:p>
          <a:p>
            <a:pPr algn="l">
              <a:lnSpc>
                <a:spcPct val="150000"/>
              </a:lnSpc>
            </a:pPr>
            <a:r>
              <a:rPr lang="en-US" sz="1400" b="1" dirty="0">
                <a:latin typeface="Times New Roman"/>
                <a:cs typeface="Times New Roman"/>
              </a:rPr>
              <a:t>Security Enhancements</a:t>
            </a:r>
            <a:endParaRPr lang="en-US" sz="1400" dirty="0">
              <a:latin typeface="Times New Roman"/>
              <a:cs typeface="Times New Roman"/>
            </a:endParaRPr>
          </a:p>
          <a:p>
            <a:pPr marL="342900" indent="-342900" algn="l">
              <a:lnSpc>
                <a:spcPct val="150000"/>
              </a:lnSpc>
              <a:buChar char="•"/>
            </a:pPr>
            <a:r>
              <a:rPr lang="en-US" sz="1400" dirty="0">
                <a:solidFill>
                  <a:srgbClr val="000000"/>
                </a:solidFill>
                <a:latin typeface="Times New Roman"/>
                <a:cs typeface="Times New Roman"/>
              </a:rPr>
              <a:t>Two-Factor Authentication (2FA)</a:t>
            </a:r>
            <a:endParaRPr lang="en-US" sz="1400" dirty="0">
              <a:latin typeface="Times New Roman"/>
              <a:cs typeface="Times New Roman"/>
            </a:endParaRPr>
          </a:p>
          <a:p>
            <a:pPr algn="l">
              <a:lnSpc>
                <a:spcPct val="150000"/>
              </a:lnSpc>
            </a:pPr>
            <a:r>
              <a:rPr lang="en-US" sz="1400" dirty="0">
                <a:solidFill>
                  <a:srgbClr val="000000"/>
                </a:solidFill>
                <a:latin typeface="Times New Roman"/>
                <a:cs typeface="Times New Roman"/>
              </a:rPr>
              <a:t>        Add 2FA for users who log in to manage or edit their testimonials or content.</a:t>
            </a:r>
            <a:endParaRPr lang="en-US" sz="1400" dirty="0">
              <a:latin typeface="Times New Roman"/>
              <a:cs typeface="Times New Roman"/>
            </a:endParaRPr>
          </a:p>
          <a:p>
            <a:pPr marL="342900" indent="-342900" algn="l">
              <a:lnSpc>
                <a:spcPct val="150000"/>
              </a:lnSpc>
              <a:buChar char="•"/>
            </a:pPr>
            <a:r>
              <a:rPr lang="en-US" sz="1400" dirty="0">
                <a:solidFill>
                  <a:srgbClr val="000000"/>
                </a:solidFill>
                <a:latin typeface="Times New Roman"/>
                <a:cs typeface="Times New Roman"/>
              </a:rPr>
              <a:t>Secure Contact Forms</a:t>
            </a:r>
            <a:endParaRPr lang="en-US" sz="1400" dirty="0">
              <a:latin typeface="Times New Roman"/>
              <a:cs typeface="Times New Roman"/>
            </a:endParaRPr>
          </a:p>
          <a:p>
            <a:pPr algn="l">
              <a:lnSpc>
                <a:spcPct val="150000"/>
              </a:lnSpc>
            </a:pPr>
            <a:r>
              <a:rPr lang="en-US" sz="1400" dirty="0">
                <a:solidFill>
                  <a:srgbClr val="000000"/>
                </a:solidFill>
                <a:latin typeface="Times New Roman"/>
                <a:cs typeface="Times New Roman"/>
              </a:rPr>
              <a:t>        Implement CAPTCHA and secure server-side validation to prevent spam.</a:t>
            </a:r>
            <a:endParaRPr lang="en-US" sz="1400" dirty="0">
              <a:latin typeface="Times New Roman"/>
              <a:cs typeface="Times New Roman"/>
            </a:endParaRPr>
          </a:p>
          <a:p>
            <a:pPr algn="l">
              <a:lnSpc>
                <a:spcPct val="150000"/>
              </a:lnSpc>
            </a:pPr>
            <a:endParaRPr lang="en-US" sz="1400" b="1" dirty="0">
              <a:latin typeface="Times New Roman"/>
              <a:cs typeface="Times New Roman"/>
            </a:endParaRPr>
          </a:p>
          <a:p>
            <a:pPr algn="l">
              <a:lnSpc>
                <a:spcPct val="150000"/>
              </a:lnSpc>
            </a:pPr>
            <a:r>
              <a:rPr lang="en-US" sz="1400" b="1" dirty="0">
                <a:latin typeface="Times New Roman"/>
                <a:cs typeface="Times New Roman"/>
              </a:rPr>
              <a:t>SEO Optimization</a:t>
            </a:r>
            <a:endParaRPr lang="en-US" sz="1400" dirty="0">
              <a:latin typeface="Times New Roman"/>
              <a:cs typeface="Times New Roman"/>
            </a:endParaRPr>
          </a:p>
          <a:p>
            <a:pPr marL="342900" indent="-342900" algn="l">
              <a:lnSpc>
                <a:spcPct val="150000"/>
              </a:lnSpc>
              <a:buChar char="•"/>
            </a:pPr>
            <a:r>
              <a:rPr lang="en-US" sz="1400" dirty="0">
                <a:latin typeface="Times New Roman"/>
                <a:cs typeface="Times New Roman"/>
              </a:rPr>
              <a:t>Structured Data Markup</a:t>
            </a:r>
          </a:p>
          <a:p>
            <a:pPr algn="l">
              <a:lnSpc>
                <a:spcPct val="150000"/>
              </a:lnSpc>
            </a:pPr>
            <a:r>
              <a:rPr lang="en-US" sz="1400" dirty="0">
                <a:latin typeface="Times New Roman"/>
                <a:cs typeface="Times New Roman"/>
              </a:rPr>
              <a:t>        Use schema.org to improve search engine visibility and enable rich snippets.</a:t>
            </a:r>
          </a:p>
          <a:p>
            <a:pPr marL="342900" indent="-342900" algn="l">
              <a:lnSpc>
                <a:spcPct val="150000"/>
              </a:lnSpc>
              <a:buChar char="•"/>
            </a:pPr>
            <a:r>
              <a:rPr lang="en-US" sz="1400" dirty="0">
                <a:latin typeface="Times New Roman"/>
                <a:cs typeface="Times New Roman"/>
              </a:rPr>
              <a:t>Content Optimization</a:t>
            </a:r>
          </a:p>
          <a:p>
            <a:pPr algn="l">
              <a:lnSpc>
                <a:spcPct val="150000"/>
              </a:lnSpc>
            </a:pPr>
            <a:r>
              <a:rPr lang="en-US" sz="1400" dirty="0">
                <a:latin typeface="Times New Roman"/>
                <a:cs typeface="Times New Roman"/>
              </a:rPr>
              <a:t>       Add keywords, meta descriptions, and alt text for better search rankings.</a:t>
            </a:r>
          </a:p>
          <a:p>
            <a:pPr marL="342900" indent="-342900" algn="l">
              <a:lnSpc>
                <a:spcPct val="150000"/>
              </a:lnSpc>
              <a:buChar char="•"/>
            </a:pPr>
            <a:r>
              <a:rPr lang="en-US" sz="1400" dirty="0">
                <a:latin typeface="Times New Roman"/>
                <a:cs typeface="Times New Roman"/>
              </a:rPr>
              <a:t>Performance Improvements</a:t>
            </a:r>
          </a:p>
          <a:p>
            <a:pPr algn="l">
              <a:lnSpc>
                <a:spcPct val="150000"/>
              </a:lnSpc>
            </a:pPr>
            <a:r>
              <a:rPr lang="en-US" sz="1400" dirty="0">
                <a:latin typeface="Times New Roman"/>
                <a:cs typeface="Times New Roman"/>
              </a:rPr>
              <a:t>       Optimize code further by using advanced compression techniques or content             </a:t>
            </a:r>
          </a:p>
          <a:p>
            <a:pPr algn="l"/>
            <a:r>
              <a:rPr lang="en-US" sz="1400" dirty="0">
                <a:solidFill>
                  <a:srgbClr val="000000"/>
                </a:solidFill>
                <a:latin typeface="Times New Roman"/>
                <a:cs typeface="Times New Roman"/>
              </a:rPr>
              <a:t>       </a:t>
            </a:r>
            <a:r>
              <a:rPr lang="en-US" sz="1400" dirty="0">
                <a:latin typeface="Times New Roman"/>
                <a:cs typeface="Times New Roman"/>
              </a:rPr>
              <a:t>delivery networks (CDNs).</a:t>
            </a:r>
            <a:endParaRPr lang="en-US" sz="1400" dirty="0">
              <a:solidFill>
                <a:srgbClr val="000000"/>
              </a:solidFill>
              <a:latin typeface="Times New Roman"/>
              <a:cs typeface="Times New Roman"/>
            </a:endParaRPr>
          </a:p>
          <a:p>
            <a:pPr algn="l"/>
            <a:endParaRPr lang="en-US" sz="1400" dirty="0">
              <a:solidFill>
                <a:srgbClr val="000000"/>
              </a:solidFill>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629412" y="582167"/>
            <a:ext cx="6301740" cy="56515"/>
          </a:xfrm>
          <a:custGeom>
            <a:avLst/>
            <a:gdLst/>
            <a:ahLst/>
            <a:cxnLst/>
            <a:rect l="l" t="t" r="r" b="b"/>
            <a:pathLst>
              <a:path w="6301740" h="56515">
                <a:moveTo>
                  <a:pt x="6301740" y="18288"/>
                </a:moveTo>
                <a:lnTo>
                  <a:pt x="0" y="18288"/>
                </a:lnTo>
                <a:lnTo>
                  <a:pt x="0" y="56388"/>
                </a:lnTo>
                <a:lnTo>
                  <a:pt x="6301740" y="56388"/>
                </a:lnTo>
                <a:lnTo>
                  <a:pt x="6301740" y="18288"/>
                </a:lnTo>
                <a:close/>
              </a:path>
              <a:path w="6301740" h="56515">
                <a:moveTo>
                  <a:pt x="6301740" y="0"/>
                </a:moveTo>
                <a:lnTo>
                  <a:pt x="0" y="0"/>
                </a:lnTo>
                <a:lnTo>
                  <a:pt x="0" y="9144"/>
                </a:lnTo>
                <a:lnTo>
                  <a:pt x="6301740" y="9144"/>
                </a:lnTo>
                <a:lnTo>
                  <a:pt x="6301740" y="0"/>
                </a:lnTo>
                <a:close/>
              </a:path>
            </a:pathLst>
          </a:custGeom>
          <a:solidFill>
            <a:srgbClr val="612322"/>
          </a:solidFill>
        </p:spPr>
        <p:txBody>
          <a:bodyPr wrap="square" lIns="0" tIns="0" rIns="0" bIns="0" rtlCol="0"/>
          <a:lstStyle/>
          <a:p>
            <a:endParaRPr/>
          </a:p>
        </p:txBody>
      </p:sp>
      <p:sp>
        <p:nvSpPr>
          <p:cNvPr id="4" name="object 4"/>
          <p:cNvSpPr/>
          <p:nvPr/>
        </p:nvSpPr>
        <p:spPr>
          <a:xfrm>
            <a:off x="629412" y="10110215"/>
            <a:ext cx="6301740" cy="56515"/>
          </a:xfrm>
          <a:custGeom>
            <a:avLst/>
            <a:gdLst/>
            <a:ahLst/>
            <a:cxnLst/>
            <a:rect l="l" t="t" r="r" b="b"/>
            <a:pathLst>
              <a:path w="6301740" h="56515">
                <a:moveTo>
                  <a:pt x="6301740" y="47244"/>
                </a:moveTo>
                <a:lnTo>
                  <a:pt x="0" y="47244"/>
                </a:lnTo>
                <a:lnTo>
                  <a:pt x="0" y="56388"/>
                </a:lnTo>
                <a:lnTo>
                  <a:pt x="6301740" y="56388"/>
                </a:lnTo>
                <a:lnTo>
                  <a:pt x="6301740" y="47244"/>
                </a:lnTo>
                <a:close/>
              </a:path>
              <a:path w="6301740" h="56515">
                <a:moveTo>
                  <a:pt x="6301740" y="0"/>
                </a:moveTo>
                <a:lnTo>
                  <a:pt x="0" y="0"/>
                </a:lnTo>
                <a:lnTo>
                  <a:pt x="0" y="38100"/>
                </a:lnTo>
                <a:lnTo>
                  <a:pt x="6301740" y="38100"/>
                </a:lnTo>
                <a:lnTo>
                  <a:pt x="6301740" y="0"/>
                </a:lnTo>
                <a:close/>
              </a:path>
            </a:pathLst>
          </a:custGeom>
          <a:solidFill>
            <a:srgbClr val="612322"/>
          </a:solidFill>
        </p:spPr>
        <p:txBody>
          <a:bodyPr wrap="square" lIns="0" tIns="0" rIns="0" bIns="0" rtlCol="0"/>
          <a:lstStyle/>
          <a:p>
            <a:endParaRPr/>
          </a:p>
        </p:txBody>
      </p:sp>
      <p:sp>
        <p:nvSpPr>
          <p:cNvPr id="5" name="object 5"/>
          <p:cNvSpPr txBox="1"/>
          <p:nvPr/>
        </p:nvSpPr>
        <p:spPr>
          <a:xfrm>
            <a:off x="3099942" y="1199134"/>
            <a:ext cx="1390650" cy="269240"/>
          </a:xfrm>
          <a:prstGeom prst="rect">
            <a:avLst/>
          </a:prstGeom>
        </p:spPr>
        <p:txBody>
          <a:bodyPr vert="horz" wrap="square" lIns="0" tIns="12065" rIns="0" bIns="0" rtlCol="0">
            <a:spAutoFit/>
          </a:bodyPr>
          <a:lstStyle/>
          <a:p>
            <a:pPr marL="12700">
              <a:lnSpc>
                <a:spcPct val="100000"/>
              </a:lnSpc>
              <a:spcBef>
                <a:spcPts val="95"/>
              </a:spcBef>
            </a:pPr>
            <a:r>
              <a:rPr sz="1600" b="1" spc="-10">
                <a:latin typeface="Times New Roman"/>
                <a:cs typeface="Times New Roman"/>
              </a:rPr>
              <a:t>REFERENCES</a:t>
            </a:r>
            <a:endParaRPr sz="1600">
              <a:latin typeface="Times New Roman"/>
              <a:cs typeface="Times New Roman"/>
            </a:endParaRPr>
          </a:p>
        </p:txBody>
      </p:sp>
      <p:sp>
        <p:nvSpPr>
          <p:cNvPr id="6" name="object 6"/>
          <p:cNvSpPr txBox="1"/>
          <p:nvPr/>
        </p:nvSpPr>
        <p:spPr>
          <a:xfrm>
            <a:off x="635000" y="10172021"/>
            <a:ext cx="1512570" cy="194310"/>
          </a:xfrm>
          <a:prstGeom prst="rect">
            <a:avLst/>
          </a:prstGeom>
        </p:spPr>
        <p:txBody>
          <a:bodyPr vert="horz" wrap="square" lIns="0" tIns="0" rIns="0" bIns="0" rtlCol="0">
            <a:spAutoFit/>
          </a:bodyPr>
          <a:lstStyle/>
          <a:p>
            <a:pPr marL="12700">
              <a:lnSpc>
                <a:spcPts val="1410"/>
              </a:lnSpc>
            </a:pPr>
            <a:r>
              <a:rPr sz="1200" b="1">
                <a:latin typeface="Times New Roman"/>
                <a:cs typeface="Times New Roman"/>
              </a:rPr>
              <a:t>Dept.</a:t>
            </a:r>
            <a:r>
              <a:rPr sz="1200" b="1" spc="-25">
                <a:latin typeface="Times New Roman"/>
                <a:cs typeface="Times New Roman"/>
              </a:rPr>
              <a:t> </a:t>
            </a:r>
            <a:r>
              <a:rPr sz="1200" b="1">
                <a:latin typeface="Times New Roman"/>
                <a:cs typeface="Times New Roman"/>
              </a:rPr>
              <a:t>of</a:t>
            </a:r>
            <a:r>
              <a:rPr sz="1200" b="1" spc="-15">
                <a:latin typeface="Times New Roman"/>
                <a:cs typeface="Times New Roman"/>
              </a:rPr>
              <a:t> </a:t>
            </a:r>
            <a:r>
              <a:rPr sz="1200" b="1">
                <a:latin typeface="Times New Roman"/>
                <a:cs typeface="Times New Roman"/>
              </a:rPr>
              <a:t>CSE(DS),</a:t>
            </a:r>
            <a:r>
              <a:rPr sz="1200" b="1" spc="-20">
                <a:latin typeface="Times New Roman"/>
                <a:cs typeface="Times New Roman"/>
              </a:rPr>
              <a:t> </a:t>
            </a:r>
            <a:r>
              <a:rPr sz="1200" b="1" spc="-25">
                <a:latin typeface="Times New Roman"/>
                <a:cs typeface="Times New Roman"/>
              </a:rPr>
              <a:t>BIT</a:t>
            </a:r>
            <a:endParaRPr sz="1200">
              <a:latin typeface="Times New Roman"/>
              <a:cs typeface="Times New Roman"/>
            </a:endParaRPr>
          </a:p>
        </p:txBody>
      </p:sp>
      <p:sp>
        <p:nvSpPr>
          <p:cNvPr id="7" name="object 7"/>
          <p:cNvSpPr txBox="1"/>
          <p:nvPr/>
        </p:nvSpPr>
        <p:spPr>
          <a:xfrm>
            <a:off x="3247770" y="10172021"/>
            <a:ext cx="533400" cy="194310"/>
          </a:xfrm>
          <a:prstGeom prst="rect">
            <a:avLst/>
          </a:prstGeom>
        </p:spPr>
        <p:txBody>
          <a:bodyPr vert="horz" wrap="square" lIns="0" tIns="0" rIns="0" bIns="0" rtlCol="0">
            <a:spAutoFit/>
          </a:bodyPr>
          <a:lstStyle/>
          <a:p>
            <a:pPr marL="12700">
              <a:lnSpc>
                <a:spcPts val="1410"/>
              </a:lnSpc>
            </a:pPr>
            <a:r>
              <a:rPr sz="1200" b="1" spc="-10">
                <a:latin typeface="Times New Roman"/>
                <a:cs typeface="Times New Roman"/>
              </a:rPr>
              <a:t>2024-</a:t>
            </a:r>
            <a:r>
              <a:rPr sz="1200" b="1" spc="-25">
                <a:latin typeface="Times New Roman"/>
                <a:cs typeface="Times New Roman"/>
              </a:rPr>
              <a:t>25</a:t>
            </a:r>
            <a:endParaRPr sz="1200">
              <a:latin typeface="Times New Roman"/>
              <a:cs typeface="Times New Roman"/>
            </a:endParaRPr>
          </a:p>
        </p:txBody>
      </p:sp>
      <p:sp>
        <p:nvSpPr>
          <p:cNvPr id="8" name="object 8"/>
          <p:cNvSpPr txBox="1">
            <a:spLocks noGrp="1"/>
          </p:cNvSpPr>
          <p:nvPr>
            <p:ph type="sldNum" sz="quarter" idx="7"/>
          </p:nvPr>
        </p:nvSpPr>
        <p:spPr>
          <a:xfrm>
            <a:off x="6747509" y="10172021"/>
            <a:ext cx="215900" cy="179536"/>
          </a:xfrm>
          <a:prstGeom prst="rect">
            <a:avLst/>
          </a:prstGeom>
        </p:spPr>
        <p:txBody>
          <a:bodyPr vert="horz" wrap="square" lIns="0" tIns="0" rIns="0" bIns="0" rtlCol="0" anchor="t">
            <a:spAutoFit/>
          </a:bodyPr>
          <a:lstStyle/>
          <a:p>
            <a:pPr marL="12700">
              <a:lnSpc>
                <a:spcPts val="1410"/>
              </a:lnSpc>
            </a:pPr>
            <a:r>
              <a:rPr lang="en-US" spc="-25"/>
              <a:t>11</a:t>
            </a:r>
            <a:endParaRPr spc="-25"/>
          </a:p>
        </p:txBody>
      </p:sp>
      <p:sp>
        <p:nvSpPr>
          <p:cNvPr id="10" name="object 3">
            <a:extLst>
              <a:ext uri="{FF2B5EF4-FFF2-40B4-BE49-F238E27FC236}">
                <a16:creationId xmlns:a16="http://schemas.microsoft.com/office/drawing/2014/main" id="{808DEF56-D486-2ED0-DC3D-EA7FF76A3039}"/>
              </a:ext>
            </a:extLst>
          </p:cNvPr>
          <p:cNvSpPr txBox="1"/>
          <p:nvPr/>
        </p:nvSpPr>
        <p:spPr>
          <a:xfrm>
            <a:off x="5256657" y="333248"/>
            <a:ext cx="1635125" cy="227626"/>
          </a:xfrm>
          <a:prstGeom prst="rect">
            <a:avLst/>
          </a:prstGeom>
        </p:spPr>
        <p:txBody>
          <a:bodyPr vert="horz" wrap="square" lIns="0" tIns="12065" rIns="0" bIns="0" rtlCol="0" anchor="t">
            <a:spAutoFit/>
          </a:bodyPr>
          <a:lstStyle/>
          <a:p>
            <a:pPr marL="12700">
              <a:spcBef>
                <a:spcPts val="95"/>
              </a:spcBef>
            </a:pPr>
            <a:r>
              <a:rPr lang="en-US" sz="1400" b="1" spc="-10">
                <a:latin typeface="Times New Roman"/>
                <a:cs typeface="Times New Roman"/>
              </a:rPr>
              <a:t>&lt;Personal Portfolio&gt;</a:t>
            </a:r>
            <a:endParaRPr/>
          </a:p>
        </p:txBody>
      </p:sp>
      <p:sp>
        <p:nvSpPr>
          <p:cNvPr id="9" name="TextBox 8">
            <a:extLst>
              <a:ext uri="{FF2B5EF4-FFF2-40B4-BE49-F238E27FC236}">
                <a16:creationId xmlns:a16="http://schemas.microsoft.com/office/drawing/2014/main" id="{22BA7EE2-F62C-082F-0CFF-B8FBAC8F01A2}"/>
              </a:ext>
            </a:extLst>
          </p:cNvPr>
          <p:cNvSpPr txBox="1"/>
          <p:nvPr/>
        </p:nvSpPr>
        <p:spPr>
          <a:xfrm>
            <a:off x="629412" y="1705660"/>
            <a:ext cx="3886200" cy="307777"/>
          </a:xfrm>
          <a:prstGeom prst="rect">
            <a:avLst/>
          </a:prstGeom>
          <a:noFill/>
        </p:spPr>
        <p:txBody>
          <a:bodyPr wrap="square">
            <a:spAutoFit/>
          </a:bodyPr>
          <a:lstStyle/>
          <a:p>
            <a:r>
              <a:rPr lang="en-US" sz="1400" b="1"/>
              <a:t>Web Development Frameworks and Tools</a:t>
            </a:r>
            <a:endParaRPr lang="en-IN" sz="1400"/>
          </a:p>
        </p:txBody>
      </p:sp>
      <p:sp>
        <p:nvSpPr>
          <p:cNvPr id="12" name="TextBox 11">
            <a:extLst>
              <a:ext uri="{FF2B5EF4-FFF2-40B4-BE49-F238E27FC236}">
                <a16:creationId xmlns:a16="http://schemas.microsoft.com/office/drawing/2014/main" id="{9F703799-E074-EE0F-D06D-C1CACDEFD5DD}"/>
              </a:ext>
            </a:extLst>
          </p:cNvPr>
          <p:cNvSpPr txBox="1"/>
          <p:nvPr/>
        </p:nvSpPr>
        <p:spPr>
          <a:xfrm>
            <a:off x="723900" y="2312015"/>
            <a:ext cx="3886200" cy="461665"/>
          </a:xfrm>
          <a:prstGeom prst="rect">
            <a:avLst/>
          </a:prstGeom>
          <a:noFill/>
        </p:spPr>
        <p:txBody>
          <a:bodyPr wrap="square">
            <a:spAutoFit/>
          </a:bodyPr>
          <a:lstStyle/>
          <a:p>
            <a:pPr marL="171450" indent="-171450">
              <a:buFont typeface="Arial" panose="020B0604020202020204" pitchFamily="34" charset="0"/>
              <a:buChar char="•"/>
            </a:pPr>
            <a:r>
              <a:rPr lang="en-US" sz="1200"/>
              <a:t>HTML, CSS: Core technologies for building the website structure and styling.</a:t>
            </a:r>
            <a:endParaRPr lang="en-IN" sz="1200"/>
          </a:p>
        </p:txBody>
      </p:sp>
      <p:sp>
        <p:nvSpPr>
          <p:cNvPr id="14" name="TextBox 13">
            <a:extLst>
              <a:ext uri="{FF2B5EF4-FFF2-40B4-BE49-F238E27FC236}">
                <a16:creationId xmlns:a16="http://schemas.microsoft.com/office/drawing/2014/main" id="{0A525E3F-438D-4CDD-FF2F-1152B8459E18}"/>
              </a:ext>
            </a:extLst>
          </p:cNvPr>
          <p:cNvSpPr txBox="1"/>
          <p:nvPr/>
        </p:nvSpPr>
        <p:spPr>
          <a:xfrm>
            <a:off x="629412" y="2957041"/>
            <a:ext cx="3886200" cy="307777"/>
          </a:xfrm>
          <a:prstGeom prst="rect">
            <a:avLst/>
          </a:prstGeom>
          <a:noFill/>
        </p:spPr>
        <p:txBody>
          <a:bodyPr wrap="square">
            <a:spAutoFit/>
          </a:bodyPr>
          <a:lstStyle/>
          <a:p>
            <a:r>
              <a:rPr lang="en-IN" sz="1400" b="1"/>
              <a:t>Learning Resources</a:t>
            </a:r>
            <a:endParaRPr lang="en-IN" sz="1400"/>
          </a:p>
        </p:txBody>
      </p:sp>
      <p:sp>
        <p:nvSpPr>
          <p:cNvPr id="16" name="TextBox 15">
            <a:extLst>
              <a:ext uri="{FF2B5EF4-FFF2-40B4-BE49-F238E27FC236}">
                <a16:creationId xmlns:a16="http://schemas.microsoft.com/office/drawing/2014/main" id="{04937757-6C05-A2B8-A048-62F280053D35}"/>
              </a:ext>
            </a:extLst>
          </p:cNvPr>
          <p:cNvSpPr txBox="1"/>
          <p:nvPr/>
        </p:nvSpPr>
        <p:spPr>
          <a:xfrm>
            <a:off x="631062" y="3347952"/>
            <a:ext cx="6709538" cy="646331"/>
          </a:xfrm>
          <a:prstGeom prst="rect">
            <a:avLst/>
          </a:prstGeom>
          <a:noFill/>
        </p:spPr>
        <p:txBody>
          <a:bodyPr wrap="square">
            <a:spAutoFit/>
          </a:bodyPr>
          <a:lstStyle/>
          <a:p>
            <a:pPr marL="171450" indent="-171450">
              <a:buFont typeface="Arial" panose="020B0604020202020204" pitchFamily="34" charset="0"/>
              <a:buChar char="•"/>
            </a:pPr>
            <a:r>
              <a:rPr lang="en-IN" sz="1200" dirty="0"/>
              <a:t> W3School:-https://www.w3schools.com/html/</a:t>
            </a:r>
          </a:p>
          <a:p>
            <a:pPr marL="171450" indent="-171450">
              <a:buFont typeface="Arial" panose="020B0604020202020204" pitchFamily="34" charset="0"/>
              <a:buChar char="•"/>
            </a:pPr>
            <a:r>
              <a:rPr lang="en-IN" sz="1200" dirty="0" err="1"/>
              <a:t>Chatgpt</a:t>
            </a:r>
            <a:endParaRPr lang="en-IN" sz="1200" dirty="0"/>
          </a:p>
          <a:p>
            <a:pPr marL="171450" indent="-171450">
              <a:buFont typeface="Arial" panose="020B0604020202020204" pitchFamily="34" charset="0"/>
              <a:buChar char="•"/>
            </a:pPr>
            <a:r>
              <a:rPr lang="en-IN" sz="1200" dirty="0" err="1"/>
              <a:t>Youtube</a:t>
            </a:r>
            <a:r>
              <a:rPr lang="en-IN" sz="1200" dirty="0"/>
              <a:t>:- http://www.youtube.com/playlist?list=PLXQpH_kZIxTWgPEnocGfpQo4XLrgcx63M</a:t>
            </a:r>
          </a:p>
        </p:txBody>
      </p:sp>
      <p:sp>
        <p:nvSpPr>
          <p:cNvPr id="18" name="TextBox 17">
            <a:extLst>
              <a:ext uri="{FF2B5EF4-FFF2-40B4-BE49-F238E27FC236}">
                <a16:creationId xmlns:a16="http://schemas.microsoft.com/office/drawing/2014/main" id="{1C56A3AB-A808-4251-606E-991646FBD12F}"/>
              </a:ext>
            </a:extLst>
          </p:cNvPr>
          <p:cNvSpPr txBox="1"/>
          <p:nvPr/>
        </p:nvSpPr>
        <p:spPr>
          <a:xfrm>
            <a:off x="723899" y="4306297"/>
            <a:ext cx="4532758" cy="769441"/>
          </a:xfrm>
          <a:prstGeom prst="rect">
            <a:avLst/>
          </a:prstGeom>
          <a:noFill/>
        </p:spPr>
        <p:txBody>
          <a:bodyPr wrap="square">
            <a:spAutoFit/>
          </a:bodyPr>
          <a:lstStyle/>
          <a:p>
            <a:r>
              <a:rPr lang="en-US" sz="1400" b="1" dirty="0"/>
              <a:t>Code and Project References</a:t>
            </a:r>
            <a:endParaRPr lang="en-US" sz="1400" dirty="0"/>
          </a:p>
          <a:p>
            <a:pPr>
              <a:buFont typeface="Arial" panose="020B0604020202020204" pitchFamily="34" charset="0"/>
              <a:buChar char="•"/>
            </a:pPr>
            <a:r>
              <a:rPr lang="en-US" sz="1200" dirty="0"/>
              <a:t>  GitHub repositories for showcasing code</a:t>
            </a:r>
            <a:r>
              <a:rPr lang="en-US" dirty="0"/>
              <a:t>.</a:t>
            </a:r>
          </a:p>
          <a:p>
            <a:r>
              <a:rPr lang="en-US" sz="1200" dirty="0"/>
              <a:t>    https://github.com/codersgyan/responsive-portfolio-website</a:t>
            </a:r>
          </a:p>
        </p:txBody>
      </p:sp>
      <p:sp>
        <p:nvSpPr>
          <p:cNvPr id="11" name="TextBox 10">
            <a:extLst>
              <a:ext uri="{FF2B5EF4-FFF2-40B4-BE49-F238E27FC236}">
                <a16:creationId xmlns:a16="http://schemas.microsoft.com/office/drawing/2014/main" id="{4AC52611-FD8B-3F91-2353-628C6CAF04A3}"/>
              </a:ext>
            </a:extLst>
          </p:cNvPr>
          <p:cNvSpPr txBox="1"/>
          <p:nvPr/>
        </p:nvSpPr>
        <p:spPr>
          <a:xfrm>
            <a:off x="723900" y="5482950"/>
            <a:ext cx="3886200" cy="892552"/>
          </a:xfrm>
          <a:prstGeom prst="rect">
            <a:avLst/>
          </a:prstGeom>
          <a:noFill/>
        </p:spPr>
        <p:txBody>
          <a:bodyPr wrap="square">
            <a:spAutoFit/>
          </a:bodyPr>
          <a:lstStyle/>
          <a:p>
            <a:r>
              <a:rPr lang="en-US" sz="1600" b="1" dirty="0"/>
              <a:t>Book References</a:t>
            </a:r>
          </a:p>
          <a:p>
            <a:endParaRPr lang="en-US" sz="1200" dirty="0"/>
          </a:p>
          <a:p>
            <a:r>
              <a:rPr lang="en-US" sz="1200" dirty="0"/>
              <a:t>HTML and CSS: Design and Build Websites" by Jon Duckett</a:t>
            </a:r>
            <a:endParaRPr lang="en-IN"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2402</Words>
  <Application>Microsoft Office PowerPoint</Application>
  <PresentationFormat>Custom</PresentationFormat>
  <Paragraphs>357</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Dr. APJ Abdul Kalam Technical University Lucknow, Uttar Pradesh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omkar singh</cp:lastModifiedBy>
  <cp:revision>39</cp:revision>
  <dcterms:created xsi:type="dcterms:W3CDTF">2025-01-10T17:14:31Z</dcterms:created>
  <dcterms:modified xsi:type="dcterms:W3CDTF">2025-02-04T13:39:47Z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2025-01-10T00:00:00Z</vt:filetime>
  </property>
  <property fmtid="{D5CDD505-2E9C-101B-9397-08002B2CF9AE}" pid="3" name="LastSaved">
    <vt:filetime>2025-01-10T00:00:00Z</vt:filetime>
  </property>
  <property fmtid="{D5CDD505-2E9C-101B-9397-08002B2CF9AE}" pid="4" name="Producer">
    <vt:lpwstr>iLovePDF</vt:lpwstr>
  </property>
</Properties>
</file>